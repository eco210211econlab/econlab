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notesMasterIdLst>
    <p:notesMasterId r:id="rId18"/>
  </p:notesMasterIdLst>
  <p:sldIdLst>
    <p:sldId id="256" r:id="rId2"/>
    <p:sldId id="261" r:id="rId3"/>
    <p:sldId id="309" r:id="rId4"/>
    <p:sldId id="262" r:id="rId5"/>
    <p:sldId id="263" r:id="rId6"/>
    <p:sldId id="265" r:id="rId7"/>
    <p:sldId id="278" r:id="rId8"/>
    <p:sldId id="268" r:id="rId9"/>
    <p:sldId id="270" r:id="rId10"/>
    <p:sldId id="271" r:id="rId11"/>
    <p:sldId id="272" r:id="rId12"/>
    <p:sldId id="273" r:id="rId13"/>
    <p:sldId id="274" r:id="rId14"/>
    <p:sldId id="303" r:id="rId15"/>
    <p:sldId id="312" r:id="rId16"/>
    <p:sldId id="31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8D08A7-794C-4AD5-B36B-FDA7F7E3C5B5}" v="1" dt="2026-03-25T14:56:33.240"/>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7" autoAdjust="0"/>
    <p:restoredTop sz="77518" autoAdjust="0"/>
  </p:normalViewPr>
  <p:slideViewPr>
    <p:cSldViewPr snapToGrid="0">
      <p:cViewPr varScale="1">
        <p:scale>
          <a:sx n="71" d="100"/>
          <a:sy n="71" d="100"/>
        </p:scale>
        <p:origin x="725"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C8D54B54-DE85-4E6D-BD51-09B0B006B76A}"/>
    <pc:docChg chg="modSld">
      <pc:chgData name="Scott T Lane" userId="c97bbaa9-35da-4a3b-a646-d12e455ac46e" providerId="ADAL" clId="{C8D54B54-DE85-4E6D-BD51-09B0B006B76A}" dt="2026-03-19T12:55:57.504" v="0"/>
      <pc:docMkLst>
        <pc:docMk/>
      </pc:docMkLst>
      <pc:sldChg chg="delSp modTransition modAnim">
        <pc:chgData name="Scott T Lane" userId="c97bbaa9-35da-4a3b-a646-d12e455ac46e" providerId="ADAL" clId="{C8D54B54-DE85-4E6D-BD51-09B0B006B76A}" dt="2026-03-19T12:55:57.504" v="0"/>
        <pc:sldMkLst>
          <pc:docMk/>
          <pc:sldMk cId="2946475127" sldId="256"/>
        </pc:sldMkLst>
      </pc:sldChg>
      <pc:sldChg chg="delSp modTransition modAnim">
        <pc:chgData name="Scott T Lane" userId="c97bbaa9-35da-4a3b-a646-d12e455ac46e" providerId="ADAL" clId="{C8D54B54-DE85-4E6D-BD51-09B0B006B76A}" dt="2026-03-19T12:55:57.504" v="0"/>
        <pc:sldMkLst>
          <pc:docMk/>
          <pc:sldMk cId="3227060347" sldId="261"/>
        </pc:sldMkLst>
      </pc:sldChg>
      <pc:sldChg chg="delSp modTransition modAnim">
        <pc:chgData name="Scott T Lane" userId="c97bbaa9-35da-4a3b-a646-d12e455ac46e" providerId="ADAL" clId="{C8D54B54-DE85-4E6D-BD51-09B0B006B76A}" dt="2026-03-19T12:55:57.504" v="0"/>
        <pc:sldMkLst>
          <pc:docMk/>
          <pc:sldMk cId="3831852011" sldId="262"/>
        </pc:sldMkLst>
      </pc:sldChg>
      <pc:sldChg chg="delSp modTransition modAnim">
        <pc:chgData name="Scott T Lane" userId="c97bbaa9-35da-4a3b-a646-d12e455ac46e" providerId="ADAL" clId="{C8D54B54-DE85-4E6D-BD51-09B0B006B76A}" dt="2026-03-19T12:55:57.504" v="0"/>
        <pc:sldMkLst>
          <pc:docMk/>
          <pc:sldMk cId="4118943851" sldId="263"/>
        </pc:sldMkLst>
      </pc:sldChg>
      <pc:sldChg chg="delSp modTransition modAnim">
        <pc:chgData name="Scott T Lane" userId="c97bbaa9-35da-4a3b-a646-d12e455ac46e" providerId="ADAL" clId="{C8D54B54-DE85-4E6D-BD51-09B0B006B76A}" dt="2026-03-19T12:55:57.504" v="0"/>
        <pc:sldMkLst>
          <pc:docMk/>
          <pc:sldMk cId="67856451" sldId="265"/>
        </pc:sldMkLst>
      </pc:sldChg>
      <pc:sldChg chg="delSp modTransition modAnim">
        <pc:chgData name="Scott T Lane" userId="c97bbaa9-35da-4a3b-a646-d12e455ac46e" providerId="ADAL" clId="{C8D54B54-DE85-4E6D-BD51-09B0B006B76A}" dt="2026-03-19T12:55:57.504" v="0"/>
        <pc:sldMkLst>
          <pc:docMk/>
          <pc:sldMk cId="442579116" sldId="268"/>
        </pc:sldMkLst>
      </pc:sldChg>
      <pc:sldChg chg="delSp modTransition modAnim">
        <pc:chgData name="Scott T Lane" userId="c97bbaa9-35da-4a3b-a646-d12e455ac46e" providerId="ADAL" clId="{C8D54B54-DE85-4E6D-BD51-09B0B006B76A}" dt="2026-03-19T12:55:57.504" v="0"/>
        <pc:sldMkLst>
          <pc:docMk/>
          <pc:sldMk cId="2785958481" sldId="270"/>
        </pc:sldMkLst>
      </pc:sldChg>
      <pc:sldChg chg="delSp modTransition modAnim">
        <pc:chgData name="Scott T Lane" userId="c97bbaa9-35da-4a3b-a646-d12e455ac46e" providerId="ADAL" clId="{C8D54B54-DE85-4E6D-BD51-09B0B006B76A}" dt="2026-03-19T12:55:57.504" v="0"/>
        <pc:sldMkLst>
          <pc:docMk/>
          <pc:sldMk cId="800195792" sldId="271"/>
        </pc:sldMkLst>
      </pc:sldChg>
      <pc:sldChg chg="delSp modTransition modAnim">
        <pc:chgData name="Scott T Lane" userId="c97bbaa9-35da-4a3b-a646-d12e455ac46e" providerId="ADAL" clId="{C8D54B54-DE85-4E6D-BD51-09B0B006B76A}" dt="2026-03-19T12:55:57.504" v="0"/>
        <pc:sldMkLst>
          <pc:docMk/>
          <pc:sldMk cId="2929933221" sldId="272"/>
        </pc:sldMkLst>
      </pc:sldChg>
      <pc:sldChg chg="delSp modTransition modAnim">
        <pc:chgData name="Scott T Lane" userId="c97bbaa9-35da-4a3b-a646-d12e455ac46e" providerId="ADAL" clId="{C8D54B54-DE85-4E6D-BD51-09B0B006B76A}" dt="2026-03-19T12:55:57.504" v="0"/>
        <pc:sldMkLst>
          <pc:docMk/>
          <pc:sldMk cId="2182262154" sldId="273"/>
        </pc:sldMkLst>
      </pc:sldChg>
      <pc:sldChg chg="delSp modTransition modAnim">
        <pc:chgData name="Scott T Lane" userId="c97bbaa9-35da-4a3b-a646-d12e455ac46e" providerId="ADAL" clId="{C8D54B54-DE85-4E6D-BD51-09B0B006B76A}" dt="2026-03-19T12:55:57.504" v="0"/>
        <pc:sldMkLst>
          <pc:docMk/>
          <pc:sldMk cId="429486559" sldId="274"/>
        </pc:sldMkLst>
      </pc:sldChg>
      <pc:sldChg chg="delSp modTransition modAnim">
        <pc:chgData name="Scott T Lane" userId="c97bbaa9-35da-4a3b-a646-d12e455ac46e" providerId="ADAL" clId="{C8D54B54-DE85-4E6D-BD51-09B0B006B76A}" dt="2026-03-19T12:55:57.504" v="0"/>
        <pc:sldMkLst>
          <pc:docMk/>
          <pc:sldMk cId="2404602200" sldId="278"/>
        </pc:sldMkLst>
      </pc:sldChg>
      <pc:sldChg chg="delSp modTransition modAnim">
        <pc:chgData name="Scott T Lane" userId="c97bbaa9-35da-4a3b-a646-d12e455ac46e" providerId="ADAL" clId="{C8D54B54-DE85-4E6D-BD51-09B0B006B76A}" dt="2026-03-19T12:55:57.504" v="0"/>
        <pc:sldMkLst>
          <pc:docMk/>
          <pc:sldMk cId="1941270163" sldId="303"/>
        </pc:sldMkLst>
      </pc:sldChg>
      <pc:sldChg chg="delSp modTransition modAnim">
        <pc:chgData name="Scott T Lane" userId="c97bbaa9-35da-4a3b-a646-d12e455ac46e" providerId="ADAL" clId="{C8D54B54-DE85-4E6D-BD51-09B0B006B76A}" dt="2026-03-19T12:55:57.504" v="0"/>
        <pc:sldMkLst>
          <pc:docMk/>
          <pc:sldMk cId="2328337475" sldId="309"/>
        </pc:sldMkLst>
      </pc:sldChg>
      <pc:sldChg chg="delSp modTransition modAnim">
        <pc:chgData name="Scott T Lane" userId="c97bbaa9-35da-4a3b-a646-d12e455ac46e" providerId="ADAL" clId="{C8D54B54-DE85-4E6D-BD51-09B0B006B76A}" dt="2026-03-19T12:55:57.504" v="0"/>
        <pc:sldMkLst>
          <pc:docMk/>
          <pc:sldMk cId="1141452433" sldId="311"/>
        </pc:sldMkLst>
      </pc:sldChg>
      <pc:sldChg chg="delSp modTransition modAnim">
        <pc:chgData name="Scott T Lane" userId="c97bbaa9-35da-4a3b-a646-d12e455ac46e" providerId="ADAL" clId="{C8D54B54-DE85-4E6D-BD51-09B0B006B76A}" dt="2026-03-19T12:55:57.504" v="0"/>
        <pc:sldMkLst>
          <pc:docMk/>
          <pc:sldMk cId="3242390494" sldId="312"/>
        </pc:sldMkLst>
      </pc:sldChg>
    </pc:docChg>
  </pc:docChgLst>
  <pc:docChgLst>
    <pc:chgData name="Scott T Lane" userId="c97bbaa9-35da-4a3b-a646-d12e455ac46e" providerId="ADAL" clId="{7E70BB95-7D27-52BD-BFCA-66981E18D4F3}"/>
    <pc:docChg chg="undo custSel addSld delSld modSld sldOrd">
      <pc:chgData name="Scott T Lane" userId="c97bbaa9-35da-4a3b-a646-d12e455ac46e" providerId="ADAL" clId="{7E70BB95-7D27-52BD-BFCA-66981E18D4F3}" dt="2026-03-10T18:49:45.368" v="421"/>
      <pc:docMkLst>
        <pc:docMk/>
      </pc:docMkLst>
      <pc:sldChg chg="addSp delSp modSp mod modTransition modAnim modNotesTx">
        <pc:chgData name="Scott T Lane" userId="c97bbaa9-35da-4a3b-a646-d12e455ac46e" providerId="ADAL" clId="{7E70BB95-7D27-52BD-BFCA-66981E18D4F3}" dt="2026-03-10T18:49:45.368" v="421"/>
        <pc:sldMkLst>
          <pc:docMk/>
          <pc:sldMk cId="2946475127" sldId="256"/>
        </pc:sldMkLst>
        <pc:spChg chg="mod">
          <ac:chgData name="Scott T Lane" userId="c97bbaa9-35da-4a3b-a646-d12e455ac46e" providerId="ADAL" clId="{7E70BB95-7D27-52BD-BFCA-66981E18D4F3}" dt="2026-03-09T18:58:58.783" v="3" actId="20577"/>
          <ac:spMkLst>
            <pc:docMk/>
            <pc:sldMk cId="2946475127" sldId="256"/>
            <ac:spMk id="2" creationId="{E63B7D4F-ED2B-026B-3DCC-FC25D75BF3F3}"/>
          </ac:spMkLst>
        </pc:spChg>
        <pc:spChg chg="mod">
          <ac:chgData name="Scott T Lane" userId="c97bbaa9-35da-4a3b-a646-d12e455ac46e" providerId="ADAL" clId="{7E70BB95-7D27-52BD-BFCA-66981E18D4F3}" dt="2026-03-09T18:59:21.863" v="33" actId="20577"/>
          <ac:spMkLst>
            <pc:docMk/>
            <pc:sldMk cId="2946475127" sldId="256"/>
            <ac:spMk id="3" creationId="{046F5DC3-0C75-250B-266C-A3F19543BE11}"/>
          </ac:spMkLst>
        </pc:spChg>
      </pc:sldChg>
      <pc:sldChg chg="addSp delSp modSp mod modTransition modAnim modNotesTx">
        <pc:chgData name="Scott T Lane" userId="c97bbaa9-35da-4a3b-a646-d12e455ac46e" providerId="ADAL" clId="{7E70BB95-7D27-52BD-BFCA-66981E18D4F3}" dt="2026-03-10T18:49:45.368" v="421"/>
        <pc:sldMkLst>
          <pc:docMk/>
          <pc:sldMk cId="3227060347" sldId="261"/>
        </pc:sldMkLst>
        <pc:spChg chg="mod">
          <ac:chgData name="Scott T Lane" userId="c97bbaa9-35da-4a3b-a646-d12e455ac46e" providerId="ADAL" clId="{7E70BB95-7D27-52BD-BFCA-66981E18D4F3}" dt="2026-03-09T19:00:28.668" v="43" actId="113"/>
          <ac:spMkLst>
            <pc:docMk/>
            <pc:sldMk cId="3227060347" sldId="261"/>
            <ac:spMk id="6" creationId="{D67E9548-4905-7A26-4E13-2D3A869ECA4C}"/>
          </ac:spMkLst>
        </pc:spChg>
        <pc:spChg chg="mod">
          <ac:chgData name="Scott T Lane" userId="c97bbaa9-35da-4a3b-a646-d12e455ac46e" providerId="ADAL" clId="{7E70BB95-7D27-52BD-BFCA-66981E18D4F3}" dt="2026-03-09T19:01:03.822" v="51" actId="255"/>
          <ac:spMkLst>
            <pc:docMk/>
            <pc:sldMk cId="3227060347" sldId="261"/>
            <ac:spMk id="7" creationId="{28866545-7087-FCCF-A3DD-4028291BC477}"/>
          </ac:spMkLst>
        </pc:spChg>
        <pc:picChg chg="add mod">
          <ac:chgData name="Scott T Lane" userId="c97bbaa9-35da-4a3b-a646-d12e455ac46e" providerId="ADAL" clId="{7E70BB95-7D27-52BD-BFCA-66981E18D4F3}" dt="2026-03-09T19:02:46.500" v="64" actId="208"/>
          <ac:picMkLst>
            <pc:docMk/>
            <pc:sldMk cId="3227060347" sldId="261"/>
            <ac:picMk id="2" creationId="{C788AFC6-E9CE-9571-7D5C-5627358CE61F}"/>
          </ac:picMkLst>
        </pc:picChg>
      </pc:sldChg>
      <pc:sldChg chg="addSp delSp modSp mod modTransition modAnim modNotesTx">
        <pc:chgData name="Scott T Lane" userId="c97bbaa9-35da-4a3b-a646-d12e455ac46e" providerId="ADAL" clId="{7E70BB95-7D27-52BD-BFCA-66981E18D4F3}" dt="2026-03-10T18:49:45.368" v="421"/>
        <pc:sldMkLst>
          <pc:docMk/>
          <pc:sldMk cId="3831852011" sldId="262"/>
        </pc:sldMkLst>
        <pc:spChg chg="mod">
          <ac:chgData name="Scott T Lane" userId="c97bbaa9-35da-4a3b-a646-d12e455ac46e" providerId="ADAL" clId="{7E70BB95-7D27-52BD-BFCA-66981E18D4F3}" dt="2026-03-09T19:17:06.846" v="89" actId="113"/>
          <ac:spMkLst>
            <pc:docMk/>
            <pc:sldMk cId="3831852011" sldId="262"/>
            <ac:spMk id="6" creationId="{D67E9548-4905-7A26-4E13-2D3A869ECA4C}"/>
          </ac:spMkLst>
        </pc:spChg>
        <pc:spChg chg="mod">
          <ac:chgData name="Scott T Lane" userId="c97bbaa9-35da-4a3b-a646-d12e455ac46e" providerId="ADAL" clId="{7E70BB95-7D27-52BD-BFCA-66981E18D4F3}" dt="2026-03-09T19:19:09.788" v="128" actId="20577"/>
          <ac:spMkLst>
            <pc:docMk/>
            <pc:sldMk cId="3831852011" sldId="262"/>
            <ac:spMk id="7" creationId="{28866545-7087-FCCF-A3DD-4028291BC477}"/>
          </ac:spMkLst>
        </pc:spChg>
      </pc:sldChg>
      <pc:sldChg chg="addSp delSp modSp mod modTransition modAnim modNotesTx">
        <pc:chgData name="Scott T Lane" userId="c97bbaa9-35da-4a3b-a646-d12e455ac46e" providerId="ADAL" clId="{7E70BB95-7D27-52BD-BFCA-66981E18D4F3}" dt="2026-03-10T18:49:45.368" v="421"/>
        <pc:sldMkLst>
          <pc:docMk/>
          <pc:sldMk cId="4118943851" sldId="263"/>
        </pc:sldMkLst>
        <pc:spChg chg="mod">
          <ac:chgData name="Scott T Lane" userId="c97bbaa9-35da-4a3b-a646-d12e455ac46e" providerId="ADAL" clId="{7E70BB95-7D27-52BD-BFCA-66981E18D4F3}" dt="2026-03-09T19:20:19.505" v="133" actId="113"/>
          <ac:spMkLst>
            <pc:docMk/>
            <pc:sldMk cId="4118943851" sldId="263"/>
            <ac:spMk id="6" creationId="{D67E9548-4905-7A26-4E13-2D3A869ECA4C}"/>
          </ac:spMkLst>
        </pc:spChg>
        <pc:spChg chg="mod">
          <ac:chgData name="Scott T Lane" userId="c97bbaa9-35da-4a3b-a646-d12e455ac46e" providerId="ADAL" clId="{7E70BB95-7D27-52BD-BFCA-66981E18D4F3}" dt="2026-03-09T19:25:28.074" v="171" actId="27636"/>
          <ac:spMkLst>
            <pc:docMk/>
            <pc:sldMk cId="4118943851" sldId="263"/>
            <ac:spMk id="7" creationId="{28866545-7087-FCCF-A3DD-4028291BC477}"/>
          </ac:spMkLst>
        </pc:spChg>
        <pc:graphicFrameChg chg="add mod">
          <ac:chgData name="Scott T Lane" userId="c97bbaa9-35da-4a3b-a646-d12e455ac46e" providerId="ADAL" clId="{7E70BB95-7D27-52BD-BFCA-66981E18D4F3}" dt="2026-03-09T19:25:40.998" v="173"/>
          <ac:graphicFrameMkLst>
            <pc:docMk/>
            <pc:sldMk cId="4118943851" sldId="263"/>
            <ac:graphicFrameMk id="32" creationId="{493758C4-6AFA-10B3-22DD-1CAE5F9ED7CB}"/>
          </ac:graphicFrameMkLst>
        </pc:graphicFrameChg>
      </pc:sldChg>
      <pc:sldChg chg="addSp delSp modSp mod modTransition modAnim modNotesTx">
        <pc:chgData name="Scott T Lane" userId="c97bbaa9-35da-4a3b-a646-d12e455ac46e" providerId="ADAL" clId="{7E70BB95-7D27-52BD-BFCA-66981E18D4F3}" dt="2026-03-10T18:49:45.368" v="421"/>
        <pc:sldMkLst>
          <pc:docMk/>
          <pc:sldMk cId="67856451" sldId="265"/>
        </pc:sldMkLst>
        <pc:spChg chg="mod">
          <ac:chgData name="Scott T Lane" userId="c97bbaa9-35da-4a3b-a646-d12e455ac46e" providerId="ADAL" clId="{7E70BB95-7D27-52BD-BFCA-66981E18D4F3}" dt="2026-03-09T19:22:37.560" v="154" actId="113"/>
          <ac:spMkLst>
            <pc:docMk/>
            <pc:sldMk cId="67856451" sldId="265"/>
            <ac:spMk id="6" creationId="{D67E9548-4905-7A26-4E13-2D3A869ECA4C}"/>
          </ac:spMkLst>
        </pc:spChg>
        <pc:spChg chg="mod">
          <ac:chgData name="Scott T Lane" userId="c97bbaa9-35da-4a3b-a646-d12e455ac46e" providerId="ADAL" clId="{7E70BB95-7D27-52BD-BFCA-66981E18D4F3}" dt="2026-03-09T19:26:52.480" v="185" actId="27636"/>
          <ac:spMkLst>
            <pc:docMk/>
            <pc:sldMk cId="67856451" sldId="265"/>
            <ac:spMk id="7" creationId="{28866545-7087-FCCF-A3DD-4028291BC477}"/>
          </ac:spMkLst>
        </pc:spChg>
      </pc:sldChg>
      <pc:sldChg chg="addSp delSp modSp mod modTransition modAnim modNotesTx">
        <pc:chgData name="Scott T Lane" userId="c97bbaa9-35da-4a3b-a646-d12e455ac46e" providerId="ADAL" clId="{7E70BB95-7D27-52BD-BFCA-66981E18D4F3}" dt="2026-03-10T18:49:45.368" v="421"/>
        <pc:sldMkLst>
          <pc:docMk/>
          <pc:sldMk cId="442579116" sldId="268"/>
        </pc:sldMkLst>
        <pc:spChg chg="add mod">
          <ac:chgData name="Scott T Lane" userId="c97bbaa9-35da-4a3b-a646-d12e455ac46e" providerId="ADAL" clId="{7E70BB95-7D27-52BD-BFCA-66981E18D4F3}" dt="2026-03-09T19:31:39.197" v="254" actId="1076"/>
          <ac:spMkLst>
            <pc:docMk/>
            <pc:sldMk cId="442579116" sldId="268"/>
            <ac:spMk id="3" creationId="{6F5679B6-C448-29A9-9184-4E06B68604F0}"/>
          </ac:spMkLst>
        </pc:spChg>
        <pc:spChg chg="mod">
          <ac:chgData name="Scott T Lane" userId="c97bbaa9-35da-4a3b-a646-d12e455ac46e" providerId="ADAL" clId="{7E70BB95-7D27-52BD-BFCA-66981E18D4F3}" dt="2026-03-09T19:29:47.262" v="208" actId="113"/>
          <ac:spMkLst>
            <pc:docMk/>
            <pc:sldMk cId="442579116" sldId="268"/>
            <ac:spMk id="6" creationId="{D67E9548-4905-7A26-4E13-2D3A869ECA4C}"/>
          </ac:spMkLst>
        </pc:spChg>
        <pc:spChg chg="mod">
          <ac:chgData name="Scott T Lane" userId="c97bbaa9-35da-4a3b-a646-d12e455ac46e" providerId="ADAL" clId="{7E70BB95-7D27-52BD-BFCA-66981E18D4F3}" dt="2026-03-09T19:32:13.635" v="266" actId="115"/>
          <ac:spMkLst>
            <pc:docMk/>
            <pc:sldMk cId="442579116" sldId="268"/>
            <ac:spMk id="7" creationId="{28866545-7087-FCCF-A3DD-4028291BC477}"/>
          </ac:spMkLst>
        </pc:spChg>
        <pc:spChg chg="add mod">
          <ac:chgData name="Scott T Lane" userId="c97bbaa9-35da-4a3b-a646-d12e455ac46e" providerId="ADAL" clId="{7E70BB95-7D27-52BD-BFCA-66981E18D4F3}" dt="2026-03-09T19:31:56.268" v="264" actId="1076"/>
          <ac:spMkLst>
            <pc:docMk/>
            <pc:sldMk cId="442579116" sldId="268"/>
            <ac:spMk id="8" creationId="{75D577DE-A919-3CAB-6A64-97C2DA51FD44}"/>
          </ac:spMkLst>
        </pc:spChg>
        <pc:picChg chg="add mod">
          <ac:chgData name="Scott T Lane" userId="c97bbaa9-35da-4a3b-a646-d12e455ac46e" providerId="ADAL" clId="{7E70BB95-7D27-52BD-BFCA-66981E18D4F3}" dt="2026-03-09T19:30:38.312" v="220" actId="208"/>
          <ac:picMkLst>
            <pc:docMk/>
            <pc:sldMk cId="442579116" sldId="268"/>
            <ac:picMk id="2" creationId="{B97ECE04-54C1-1C21-93A1-6736967F04F8}"/>
          </ac:picMkLst>
        </pc:picChg>
      </pc:sldChg>
      <pc:sldChg chg="addSp delSp modSp mod modTransition modAnim modNotesTx">
        <pc:chgData name="Scott T Lane" userId="c97bbaa9-35da-4a3b-a646-d12e455ac46e" providerId="ADAL" clId="{7E70BB95-7D27-52BD-BFCA-66981E18D4F3}" dt="2026-03-10T18:49:45.368" v="421"/>
        <pc:sldMkLst>
          <pc:docMk/>
          <pc:sldMk cId="2785958481" sldId="270"/>
        </pc:sldMkLst>
        <pc:spChg chg="mod">
          <ac:chgData name="Scott T Lane" userId="c97bbaa9-35da-4a3b-a646-d12e455ac46e" providerId="ADAL" clId="{7E70BB95-7D27-52BD-BFCA-66981E18D4F3}" dt="2026-03-09T19:33:02.237" v="269" actId="113"/>
          <ac:spMkLst>
            <pc:docMk/>
            <pc:sldMk cId="2785958481" sldId="270"/>
            <ac:spMk id="6" creationId="{D67E9548-4905-7A26-4E13-2D3A869ECA4C}"/>
          </ac:spMkLst>
        </pc:spChg>
        <pc:spChg chg="mod">
          <ac:chgData name="Scott T Lane" userId="c97bbaa9-35da-4a3b-a646-d12e455ac46e" providerId="ADAL" clId="{7E70BB95-7D27-52BD-BFCA-66981E18D4F3}" dt="2026-03-09T19:34:21.570" v="287" actId="255"/>
          <ac:spMkLst>
            <pc:docMk/>
            <pc:sldMk cId="2785958481" sldId="270"/>
            <ac:spMk id="7" creationId="{28866545-7087-FCCF-A3DD-4028291BC477}"/>
          </ac:spMkLst>
        </pc:spChg>
      </pc:sldChg>
      <pc:sldChg chg="addSp delSp modSp mod modTransition modAnim modNotesTx">
        <pc:chgData name="Scott T Lane" userId="c97bbaa9-35da-4a3b-a646-d12e455ac46e" providerId="ADAL" clId="{7E70BB95-7D27-52BD-BFCA-66981E18D4F3}" dt="2026-03-10T18:49:45.368" v="421"/>
        <pc:sldMkLst>
          <pc:docMk/>
          <pc:sldMk cId="800195792" sldId="271"/>
        </pc:sldMkLst>
        <pc:spChg chg="mod">
          <ac:chgData name="Scott T Lane" userId="c97bbaa9-35da-4a3b-a646-d12e455ac46e" providerId="ADAL" clId="{7E70BB95-7D27-52BD-BFCA-66981E18D4F3}" dt="2026-03-09T19:35:06.354" v="289" actId="113"/>
          <ac:spMkLst>
            <pc:docMk/>
            <pc:sldMk cId="800195792" sldId="271"/>
            <ac:spMk id="6" creationId="{D67E9548-4905-7A26-4E13-2D3A869ECA4C}"/>
          </ac:spMkLst>
        </pc:spChg>
        <pc:spChg chg="mod">
          <ac:chgData name="Scott T Lane" userId="c97bbaa9-35da-4a3b-a646-d12e455ac46e" providerId="ADAL" clId="{7E70BB95-7D27-52BD-BFCA-66981E18D4F3}" dt="2026-03-09T19:35:37.378" v="298" actId="15"/>
          <ac:spMkLst>
            <pc:docMk/>
            <pc:sldMk cId="800195792" sldId="271"/>
            <ac:spMk id="7" creationId="{28866545-7087-FCCF-A3DD-4028291BC477}"/>
          </ac:spMkLst>
        </pc:spChg>
      </pc:sldChg>
      <pc:sldChg chg="addSp delSp modSp mod modTransition modAnim modNotesTx">
        <pc:chgData name="Scott T Lane" userId="c97bbaa9-35da-4a3b-a646-d12e455ac46e" providerId="ADAL" clId="{7E70BB95-7D27-52BD-BFCA-66981E18D4F3}" dt="2026-03-10T18:49:45.368" v="421"/>
        <pc:sldMkLst>
          <pc:docMk/>
          <pc:sldMk cId="2929933221" sldId="272"/>
        </pc:sldMkLst>
        <pc:spChg chg="mod">
          <ac:chgData name="Scott T Lane" userId="c97bbaa9-35da-4a3b-a646-d12e455ac46e" providerId="ADAL" clId="{7E70BB95-7D27-52BD-BFCA-66981E18D4F3}" dt="2026-03-09T19:36:19.672" v="300"/>
          <ac:spMkLst>
            <pc:docMk/>
            <pc:sldMk cId="2929933221" sldId="272"/>
            <ac:spMk id="6" creationId="{D67E9548-4905-7A26-4E13-2D3A869ECA4C}"/>
          </ac:spMkLst>
        </pc:spChg>
        <pc:spChg chg="mod">
          <ac:chgData name="Scott T Lane" userId="c97bbaa9-35da-4a3b-a646-d12e455ac46e" providerId="ADAL" clId="{7E70BB95-7D27-52BD-BFCA-66981E18D4F3}" dt="2026-03-09T19:37:38.221" v="326" actId="27636"/>
          <ac:spMkLst>
            <pc:docMk/>
            <pc:sldMk cId="2929933221" sldId="272"/>
            <ac:spMk id="7" creationId="{28866545-7087-FCCF-A3DD-4028291BC477}"/>
          </ac:spMkLst>
        </pc:spChg>
        <pc:graphicFrameChg chg="add mod">
          <ac:chgData name="Scott T Lane" userId="c97bbaa9-35da-4a3b-a646-d12e455ac46e" providerId="ADAL" clId="{7E70BB95-7D27-52BD-BFCA-66981E18D4F3}" dt="2026-03-09T19:37:50.975" v="329"/>
          <ac:graphicFrameMkLst>
            <pc:docMk/>
            <pc:sldMk cId="2929933221" sldId="272"/>
            <ac:graphicFrameMk id="2" creationId="{C47348D7-400A-CFA3-151D-90F595CCDE4C}"/>
          </ac:graphicFrameMkLst>
        </pc:graphicFrameChg>
      </pc:sldChg>
      <pc:sldChg chg="addSp delSp modSp mod modTransition modAnim modNotesTx">
        <pc:chgData name="Scott T Lane" userId="c97bbaa9-35da-4a3b-a646-d12e455ac46e" providerId="ADAL" clId="{7E70BB95-7D27-52BD-BFCA-66981E18D4F3}" dt="2026-03-10T18:49:45.368" v="421"/>
        <pc:sldMkLst>
          <pc:docMk/>
          <pc:sldMk cId="2182262154" sldId="273"/>
        </pc:sldMkLst>
        <pc:spChg chg="mod">
          <ac:chgData name="Scott T Lane" userId="c97bbaa9-35da-4a3b-a646-d12e455ac46e" providerId="ADAL" clId="{7E70BB95-7D27-52BD-BFCA-66981E18D4F3}" dt="2026-03-09T19:39:37.983" v="338" actId="27636"/>
          <ac:spMkLst>
            <pc:docMk/>
            <pc:sldMk cId="2182262154" sldId="273"/>
            <ac:spMk id="6" creationId="{D67E9548-4905-7A26-4E13-2D3A869ECA4C}"/>
          </ac:spMkLst>
        </pc:spChg>
        <pc:spChg chg="mod">
          <ac:chgData name="Scott T Lane" userId="c97bbaa9-35da-4a3b-a646-d12e455ac46e" providerId="ADAL" clId="{7E70BB95-7D27-52BD-BFCA-66981E18D4F3}" dt="2026-03-09T19:40:43.988" v="360" actId="27636"/>
          <ac:spMkLst>
            <pc:docMk/>
            <pc:sldMk cId="2182262154" sldId="273"/>
            <ac:spMk id="7" creationId="{28866545-7087-FCCF-A3DD-4028291BC477}"/>
          </ac:spMkLst>
        </pc:spChg>
      </pc:sldChg>
      <pc:sldChg chg="addSp delSp modSp mod modTransition modAnim modNotesTx">
        <pc:chgData name="Scott T Lane" userId="c97bbaa9-35da-4a3b-a646-d12e455ac46e" providerId="ADAL" clId="{7E70BB95-7D27-52BD-BFCA-66981E18D4F3}" dt="2026-03-10T18:49:45.368" v="421"/>
        <pc:sldMkLst>
          <pc:docMk/>
          <pc:sldMk cId="429486559" sldId="274"/>
        </pc:sldMkLst>
        <pc:spChg chg="mod">
          <ac:chgData name="Scott T Lane" userId="c97bbaa9-35da-4a3b-a646-d12e455ac46e" providerId="ADAL" clId="{7E70BB95-7D27-52BD-BFCA-66981E18D4F3}" dt="2026-03-09T19:41:16.750" v="365" actId="27636"/>
          <ac:spMkLst>
            <pc:docMk/>
            <pc:sldMk cId="429486559" sldId="274"/>
            <ac:spMk id="6" creationId="{D67E9548-4905-7A26-4E13-2D3A869ECA4C}"/>
          </ac:spMkLst>
        </pc:spChg>
        <pc:spChg chg="mod">
          <ac:chgData name="Scott T Lane" userId="c97bbaa9-35da-4a3b-a646-d12e455ac46e" providerId="ADAL" clId="{7E70BB95-7D27-52BD-BFCA-66981E18D4F3}" dt="2026-03-09T19:41:53.433" v="377" actId="27636"/>
          <ac:spMkLst>
            <pc:docMk/>
            <pc:sldMk cId="429486559" sldId="274"/>
            <ac:spMk id="7" creationId="{28866545-7087-FCCF-A3DD-4028291BC477}"/>
          </ac:spMkLst>
        </pc:spChg>
      </pc:sldChg>
      <pc:sldChg chg="addSp delSp modSp mod modTransition modAnim modNotesTx">
        <pc:chgData name="Scott T Lane" userId="c97bbaa9-35da-4a3b-a646-d12e455ac46e" providerId="ADAL" clId="{7E70BB95-7D27-52BD-BFCA-66981E18D4F3}" dt="2026-03-10T18:49:45.368" v="421"/>
        <pc:sldMkLst>
          <pc:docMk/>
          <pc:sldMk cId="2404602200" sldId="278"/>
        </pc:sldMkLst>
        <pc:spChg chg="mod">
          <ac:chgData name="Scott T Lane" userId="c97bbaa9-35da-4a3b-a646-d12e455ac46e" providerId="ADAL" clId="{7E70BB95-7D27-52BD-BFCA-66981E18D4F3}" dt="2026-03-09T19:27:41.890" v="187" actId="113"/>
          <ac:spMkLst>
            <pc:docMk/>
            <pc:sldMk cId="2404602200" sldId="278"/>
            <ac:spMk id="6" creationId="{D67E9548-4905-7A26-4E13-2D3A869ECA4C}"/>
          </ac:spMkLst>
        </pc:spChg>
        <pc:spChg chg="mod">
          <ac:chgData name="Scott T Lane" userId="c97bbaa9-35da-4a3b-a646-d12e455ac46e" providerId="ADAL" clId="{7E70BB95-7D27-52BD-BFCA-66981E18D4F3}" dt="2026-03-09T19:28:55.082" v="204" actId="27636"/>
          <ac:spMkLst>
            <pc:docMk/>
            <pc:sldMk cId="2404602200" sldId="278"/>
            <ac:spMk id="7" creationId="{28866545-7087-FCCF-A3DD-4028291BC477}"/>
          </ac:spMkLst>
        </pc:spChg>
        <pc:picChg chg="add mod">
          <ac:chgData name="Scott T Lane" userId="c97bbaa9-35da-4a3b-a646-d12e455ac46e" providerId="ADAL" clId="{7E70BB95-7D27-52BD-BFCA-66981E18D4F3}" dt="2026-03-09T19:29:01.673" v="205" actId="208"/>
          <ac:picMkLst>
            <pc:docMk/>
            <pc:sldMk cId="2404602200" sldId="278"/>
            <ac:picMk id="2" creationId="{9E8A5911-17FC-8750-3AE0-F778961CE16A}"/>
          </ac:picMkLst>
        </pc:picChg>
      </pc:sldChg>
      <pc:sldChg chg="addSp delSp modSp mod modTransition modAnim modNotesTx">
        <pc:chgData name="Scott T Lane" userId="c97bbaa9-35da-4a3b-a646-d12e455ac46e" providerId="ADAL" clId="{7E70BB95-7D27-52BD-BFCA-66981E18D4F3}" dt="2026-03-10T18:49:45.368" v="421"/>
        <pc:sldMkLst>
          <pc:docMk/>
          <pc:sldMk cId="1941270163" sldId="303"/>
        </pc:sldMkLst>
        <pc:spChg chg="mod">
          <ac:chgData name="Scott T Lane" userId="c97bbaa9-35da-4a3b-a646-d12e455ac46e" providerId="ADAL" clId="{7E70BB95-7D27-52BD-BFCA-66981E18D4F3}" dt="2026-03-09T19:43:10.111" v="383" actId="113"/>
          <ac:spMkLst>
            <pc:docMk/>
            <pc:sldMk cId="1941270163" sldId="303"/>
            <ac:spMk id="6" creationId="{D67E9548-4905-7A26-4E13-2D3A869ECA4C}"/>
          </ac:spMkLst>
        </pc:spChg>
        <pc:spChg chg="mod">
          <ac:chgData name="Scott T Lane" userId="c97bbaa9-35da-4a3b-a646-d12e455ac46e" providerId="ADAL" clId="{7E70BB95-7D27-52BD-BFCA-66981E18D4F3}" dt="2026-03-09T19:43:43.982" v="396" actId="255"/>
          <ac:spMkLst>
            <pc:docMk/>
            <pc:sldMk cId="1941270163" sldId="303"/>
            <ac:spMk id="8" creationId="{E4AB994A-740F-62EB-342F-2455E13C0AF3}"/>
          </ac:spMkLst>
        </pc:spChg>
      </pc:sldChg>
      <pc:sldChg chg="addSp delSp modSp mod modTransition modAnim modNotesTx">
        <pc:chgData name="Scott T Lane" userId="c97bbaa9-35da-4a3b-a646-d12e455ac46e" providerId="ADAL" clId="{7E70BB95-7D27-52BD-BFCA-66981E18D4F3}" dt="2026-03-10T18:49:45.368" v="421"/>
        <pc:sldMkLst>
          <pc:docMk/>
          <pc:sldMk cId="2328337475" sldId="309"/>
        </pc:sldMkLst>
        <pc:spChg chg="mod">
          <ac:chgData name="Scott T Lane" userId="c97bbaa9-35da-4a3b-a646-d12e455ac46e" providerId="ADAL" clId="{7E70BB95-7D27-52BD-BFCA-66981E18D4F3}" dt="2026-03-09T19:03:21.959" v="67" actId="113"/>
          <ac:spMkLst>
            <pc:docMk/>
            <pc:sldMk cId="2328337475" sldId="309"/>
            <ac:spMk id="2" creationId="{D4B04941-F3DA-D8D7-E441-A7053ED7DDA3}"/>
          </ac:spMkLst>
        </pc:spChg>
        <pc:spChg chg="mod">
          <ac:chgData name="Scott T Lane" userId="c97bbaa9-35da-4a3b-a646-d12e455ac46e" providerId="ADAL" clId="{7E70BB95-7D27-52BD-BFCA-66981E18D4F3}" dt="2026-03-09T19:04:13.156" v="84" actId="27636"/>
          <ac:spMkLst>
            <pc:docMk/>
            <pc:sldMk cId="2328337475" sldId="309"/>
            <ac:spMk id="3" creationId="{B11A7C10-E604-A866-188D-C14008734022}"/>
          </ac:spMkLst>
        </pc:spChg>
        <pc:picChg chg="add mod">
          <ac:chgData name="Scott T Lane" userId="c97bbaa9-35da-4a3b-a646-d12e455ac46e" providerId="ADAL" clId="{7E70BB95-7D27-52BD-BFCA-66981E18D4F3}" dt="2026-03-09T19:04:35.777" v="87" actId="208"/>
          <ac:picMkLst>
            <pc:docMk/>
            <pc:sldMk cId="2328337475" sldId="309"/>
            <ac:picMk id="4" creationId="{433E9DEC-2C8A-5B3C-7281-643FF80EA582}"/>
          </ac:picMkLst>
        </pc:picChg>
      </pc:sldChg>
      <pc:sldChg chg="addSp delSp modSp mod ord modTransition modAnim modNotesTx">
        <pc:chgData name="Scott T Lane" userId="c97bbaa9-35da-4a3b-a646-d12e455ac46e" providerId="ADAL" clId="{7E70BB95-7D27-52BD-BFCA-66981E18D4F3}" dt="2026-03-10T18:49:45.368" v="421"/>
        <pc:sldMkLst>
          <pc:docMk/>
          <pc:sldMk cId="1141452433" sldId="311"/>
        </pc:sldMkLst>
        <pc:spChg chg="mod">
          <ac:chgData name="Scott T Lane" userId="c97bbaa9-35da-4a3b-a646-d12e455ac46e" providerId="ADAL" clId="{7E70BB95-7D27-52BD-BFCA-66981E18D4F3}" dt="2026-03-09T19:45:57.818" v="418" actId="14100"/>
          <ac:spMkLst>
            <pc:docMk/>
            <pc:sldMk cId="1141452433" sldId="311"/>
            <ac:spMk id="3" creationId="{8AA65075-DD96-342C-2621-17FA83D4F571}"/>
          </ac:spMkLst>
        </pc:spChg>
      </pc:sldChg>
      <pc:sldChg chg="addSp modSp add mod modTransition modNotesTx">
        <pc:chgData name="Scott T Lane" userId="c97bbaa9-35da-4a3b-a646-d12e455ac46e" providerId="ADAL" clId="{7E70BB95-7D27-52BD-BFCA-66981E18D4F3}" dt="2026-03-10T18:49:45.368" v="421"/>
        <pc:sldMkLst>
          <pc:docMk/>
          <pc:sldMk cId="3242390494" sldId="312"/>
        </pc:sldMkLst>
        <pc:spChg chg="mod">
          <ac:chgData name="Scott T Lane" userId="c97bbaa9-35da-4a3b-a646-d12e455ac46e" providerId="ADAL" clId="{7E70BB95-7D27-52BD-BFCA-66981E18D4F3}" dt="2026-03-09T19:44:19.147" v="400" actId="113"/>
          <ac:spMkLst>
            <pc:docMk/>
            <pc:sldMk cId="3242390494" sldId="312"/>
            <ac:spMk id="6" creationId="{B6B55770-84D0-0DAC-6937-C9A00646EF56}"/>
          </ac:spMkLst>
        </pc:spChg>
        <pc:spChg chg="mod">
          <ac:chgData name="Scott T Lane" userId="c97bbaa9-35da-4a3b-a646-d12e455ac46e" providerId="ADAL" clId="{7E70BB95-7D27-52BD-BFCA-66981E18D4F3}" dt="2026-03-09T19:44:43.120" v="408" actId="15"/>
          <ac:spMkLst>
            <pc:docMk/>
            <pc:sldMk cId="3242390494" sldId="312"/>
            <ac:spMk id="8" creationId="{F4A9B425-0901-E1EA-3EB6-9790A435F52A}"/>
          </ac:spMkLst>
        </pc:spChg>
      </pc:sldChg>
    </pc:docChg>
  </pc:docChgLst>
  <pc:docChgLst>
    <pc:chgData name="Scott T Lane" userId="c97bbaa9-35da-4a3b-a646-d12e455ac46e" providerId="ADAL" clId="{2FF3E2E3-7818-4E76-9C63-7C10A568D9B9}"/>
    <pc:docChg chg="undo custSel addSld delSld modSld sldOrd modMainMaster">
      <pc:chgData name="Scott T Lane" userId="c97bbaa9-35da-4a3b-a646-d12e455ac46e" providerId="ADAL" clId="{2FF3E2E3-7818-4E76-9C63-7C10A568D9B9}" dt="2026-03-25T14:56:33.240" v="405" actId="478"/>
      <pc:docMkLst>
        <pc:docMk/>
      </pc:docMkLst>
      <pc:sldChg chg="addSp delSp modSp mod delDesignElem">
        <pc:chgData name="Scott T Lane" userId="c97bbaa9-35da-4a3b-a646-d12e455ac46e" providerId="ADAL" clId="{2FF3E2E3-7818-4E76-9C63-7C10A568D9B9}" dt="2026-02-27T17:25:28.861" v="392"/>
        <pc:sldMkLst>
          <pc:docMk/>
          <pc:sldMk cId="2946475127" sldId="256"/>
        </pc:sldMkLst>
        <pc:spChg chg="mod">
          <ac:chgData name="Scott T Lane" userId="c97bbaa9-35da-4a3b-a646-d12e455ac46e" providerId="ADAL" clId="{2FF3E2E3-7818-4E76-9C63-7C10A568D9B9}" dt="2026-02-27T14:44:21.756" v="14" actId="14100"/>
          <ac:spMkLst>
            <pc:docMk/>
            <pc:sldMk cId="2946475127" sldId="256"/>
            <ac:spMk id="2" creationId="{E63B7D4F-ED2B-026B-3DCC-FC25D75BF3F3}"/>
          </ac:spMkLst>
        </pc:spChg>
        <pc:spChg chg="mod">
          <ac:chgData name="Scott T Lane" userId="c97bbaa9-35da-4a3b-a646-d12e455ac46e" providerId="ADAL" clId="{2FF3E2E3-7818-4E76-9C63-7C10A568D9B9}" dt="2026-02-27T15:40:20.462" v="391" actId="20577"/>
          <ac:spMkLst>
            <pc:docMk/>
            <pc:sldMk cId="2946475127" sldId="256"/>
            <ac:spMk id="3" creationId="{046F5DC3-0C75-250B-266C-A3F19543BE11}"/>
          </ac:spMkLst>
        </pc:spChg>
      </pc:sldChg>
      <pc:sldChg chg="addSp delSp modSp mod">
        <pc:chgData name="Scott T Lane" userId="c97bbaa9-35da-4a3b-a646-d12e455ac46e" providerId="ADAL" clId="{2FF3E2E3-7818-4E76-9C63-7C10A568D9B9}" dt="2026-02-27T17:25:28.861" v="392"/>
        <pc:sldMkLst>
          <pc:docMk/>
          <pc:sldMk cId="3227060347" sldId="261"/>
        </pc:sldMkLst>
        <pc:spChg chg="mod">
          <ac:chgData name="Scott T Lane" userId="c97bbaa9-35da-4a3b-a646-d12e455ac46e" providerId="ADAL" clId="{2FF3E2E3-7818-4E76-9C63-7C10A568D9B9}" dt="2026-02-27T15:00:28.764" v="22" actId="255"/>
          <ac:spMkLst>
            <pc:docMk/>
            <pc:sldMk cId="3227060347" sldId="261"/>
            <ac:spMk id="6" creationId="{D67E9548-4905-7A26-4E13-2D3A869ECA4C}"/>
          </ac:spMkLst>
        </pc:spChg>
        <pc:spChg chg="mod">
          <ac:chgData name="Scott T Lane" userId="c97bbaa9-35da-4a3b-a646-d12e455ac46e" providerId="ADAL" clId="{2FF3E2E3-7818-4E76-9C63-7C10A568D9B9}" dt="2026-02-27T15:04:11.466" v="41" actId="255"/>
          <ac:spMkLst>
            <pc:docMk/>
            <pc:sldMk cId="3227060347" sldId="261"/>
            <ac:spMk id="7" creationId="{28866545-7087-FCCF-A3DD-4028291BC477}"/>
          </ac:spMkLst>
        </pc:spChg>
      </pc:sldChg>
      <pc:sldChg chg="addSp delSp modSp mod">
        <pc:chgData name="Scott T Lane" userId="c97bbaa9-35da-4a3b-a646-d12e455ac46e" providerId="ADAL" clId="{2FF3E2E3-7818-4E76-9C63-7C10A568D9B9}" dt="2026-03-25T14:56:33.240" v="405" actId="478"/>
        <pc:sldMkLst>
          <pc:docMk/>
          <pc:sldMk cId="3831852011" sldId="262"/>
        </pc:sldMkLst>
        <pc:spChg chg="mod">
          <ac:chgData name="Scott T Lane" userId="c97bbaa9-35da-4a3b-a646-d12e455ac46e" providerId="ADAL" clId="{2FF3E2E3-7818-4E76-9C63-7C10A568D9B9}" dt="2026-02-27T15:04:57.020" v="46" actId="255"/>
          <ac:spMkLst>
            <pc:docMk/>
            <pc:sldMk cId="3831852011" sldId="262"/>
            <ac:spMk id="6" creationId="{D67E9548-4905-7A26-4E13-2D3A869ECA4C}"/>
          </ac:spMkLst>
        </pc:spChg>
        <pc:spChg chg="mod">
          <ac:chgData name="Scott T Lane" userId="c97bbaa9-35da-4a3b-a646-d12e455ac46e" providerId="ADAL" clId="{2FF3E2E3-7818-4E76-9C63-7C10A568D9B9}" dt="2026-03-17T12:12:47.817" v="404" actId="20577"/>
          <ac:spMkLst>
            <pc:docMk/>
            <pc:sldMk cId="3831852011" sldId="262"/>
            <ac:spMk id="7" creationId="{28866545-7087-FCCF-A3DD-4028291BC477}"/>
          </ac:spMkLst>
        </pc:spChg>
        <pc:picChg chg="del">
          <ac:chgData name="Scott T Lane" userId="c97bbaa9-35da-4a3b-a646-d12e455ac46e" providerId="ADAL" clId="{2FF3E2E3-7818-4E76-9C63-7C10A568D9B9}" dt="2026-03-25T14:56:33.240" v="405" actId="478"/>
          <ac:picMkLst>
            <pc:docMk/>
            <pc:sldMk cId="3831852011" sldId="262"/>
            <ac:picMk id="2" creationId="{AACB2D26-552D-3A9B-9A19-3D911D867B7D}"/>
          </ac:picMkLst>
        </pc:picChg>
      </pc:sldChg>
      <pc:sldChg chg="addSp modSp mod">
        <pc:chgData name="Scott T Lane" userId="c97bbaa9-35da-4a3b-a646-d12e455ac46e" providerId="ADAL" clId="{2FF3E2E3-7818-4E76-9C63-7C10A568D9B9}" dt="2026-02-27T17:25:28.861" v="392"/>
        <pc:sldMkLst>
          <pc:docMk/>
          <pc:sldMk cId="4118943851" sldId="263"/>
        </pc:sldMkLst>
        <pc:spChg chg="mod">
          <ac:chgData name="Scott T Lane" userId="c97bbaa9-35da-4a3b-a646-d12e455ac46e" providerId="ADAL" clId="{2FF3E2E3-7818-4E76-9C63-7C10A568D9B9}" dt="2026-02-27T15:06:21.812" v="56" actId="14100"/>
          <ac:spMkLst>
            <pc:docMk/>
            <pc:sldMk cId="4118943851" sldId="263"/>
            <ac:spMk id="6" creationId="{D67E9548-4905-7A26-4E13-2D3A869ECA4C}"/>
          </ac:spMkLst>
        </pc:spChg>
        <pc:spChg chg="mod">
          <ac:chgData name="Scott T Lane" userId="c97bbaa9-35da-4a3b-a646-d12e455ac46e" providerId="ADAL" clId="{2FF3E2E3-7818-4E76-9C63-7C10A568D9B9}" dt="2026-02-27T15:07:08.379" v="68" actId="255"/>
          <ac:spMkLst>
            <pc:docMk/>
            <pc:sldMk cId="4118943851" sldId="263"/>
            <ac:spMk id="7" creationId="{28866545-7087-FCCF-A3DD-4028291BC477}"/>
          </ac:spMkLst>
        </pc:spChg>
      </pc:sldChg>
      <pc:sldChg chg="addSp modSp mod">
        <pc:chgData name="Scott T Lane" userId="c97bbaa9-35da-4a3b-a646-d12e455ac46e" providerId="ADAL" clId="{2FF3E2E3-7818-4E76-9C63-7C10A568D9B9}" dt="2026-02-27T17:25:28.861" v="392"/>
        <pc:sldMkLst>
          <pc:docMk/>
          <pc:sldMk cId="67856451" sldId="265"/>
        </pc:sldMkLst>
        <pc:spChg chg="mod">
          <ac:chgData name="Scott T Lane" userId="c97bbaa9-35da-4a3b-a646-d12e455ac46e" providerId="ADAL" clId="{2FF3E2E3-7818-4E76-9C63-7C10A568D9B9}" dt="2026-02-27T15:07:53.501" v="75" actId="255"/>
          <ac:spMkLst>
            <pc:docMk/>
            <pc:sldMk cId="67856451" sldId="265"/>
            <ac:spMk id="6" creationId="{D67E9548-4905-7A26-4E13-2D3A869ECA4C}"/>
          </ac:spMkLst>
        </pc:spChg>
        <pc:spChg chg="mod">
          <ac:chgData name="Scott T Lane" userId="c97bbaa9-35da-4a3b-a646-d12e455ac46e" providerId="ADAL" clId="{2FF3E2E3-7818-4E76-9C63-7C10A568D9B9}" dt="2026-02-27T15:08:24.991" v="84" actId="27636"/>
          <ac:spMkLst>
            <pc:docMk/>
            <pc:sldMk cId="67856451" sldId="265"/>
            <ac:spMk id="7" creationId="{28866545-7087-FCCF-A3DD-4028291BC477}"/>
          </ac:spMkLst>
        </pc:spChg>
      </pc:sldChg>
      <pc:sldChg chg="addSp delSp modSp mod modTransition modAnim">
        <pc:chgData name="Scott T Lane" userId="c97bbaa9-35da-4a3b-a646-d12e455ac46e" providerId="ADAL" clId="{2FF3E2E3-7818-4E76-9C63-7C10A568D9B9}" dt="2026-02-27T17:35:10.853" v="394"/>
        <pc:sldMkLst>
          <pc:docMk/>
          <pc:sldMk cId="442579116" sldId="268"/>
        </pc:sldMkLst>
        <pc:spChg chg="mod">
          <ac:chgData name="Scott T Lane" userId="c97bbaa9-35da-4a3b-a646-d12e455ac46e" providerId="ADAL" clId="{2FF3E2E3-7818-4E76-9C63-7C10A568D9B9}" dt="2026-02-27T15:10:19.350" v="102" actId="255"/>
          <ac:spMkLst>
            <pc:docMk/>
            <pc:sldMk cId="442579116" sldId="268"/>
            <ac:spMk id="6" creationId="{D67E9548-4905-7A26-4E13-2D3A869ECA4C}"/>
          </ac:spMkLst>
        </pc:spChg>
        <pc:spChg chg="mod">
          <ac:chgData name="Scott T Lane" userId="c97bbaa9-35da-4a3b-a646-d12e455ac46e" providerId="ADAL" clId="{2FF3E2E3-7818-4E76-9C63-7C10A568D9B9}" dt="2026-02-27T15:12:32.206" v="155" actId="947"/>
          <ac:spMkLst>
            <pc:docMk/>
            <pc:sldMk cId="442579116" sldId="268"/>
            <ac:spMk id="7" creationId="{28866545-7087-FCCF-A3DD-4028291BC477}"/>
          </ac:spMkLst>
        </pc:spChg>
      </pc:sldChg>
      <pc:sldChg chg="addSp modSp mod">
        <pc:chgData name="Scott T Lane" userId="c97bbaa9-35da-4a3b-a646-d12e455ac46e" providerId="ADAL" clId="{2FF3E2E3-7818-4E76-9C63-7C10A568D9B9}" dt="2026-02-27T17:35:10.853" v="394"/>
        <pc:sldMkLst>
          <pc:docMk/>
          <pc:sldMk cId="2785958481" sldId="270"/>
        </pc:sldMkLst>
        <pc:spChg chg="mod">
          <ac:chgData name="Scott T Lane" userId="c97bbaa9-35da-4a3b-a646-d12e455ac46e" providerId="ADAL" clId="{2FF3E2E3-7818-4E76-9C63-7C10A568D9B9}" dt="2026-02-27T15:13:19.670" v="162" actId="14100"/>
          <ac:spMkLst>
            <pc:docMk/>
            <pc:sldMk cId="2785958481" sldId="270"/>
            <ac:spMk id="6" creationId="{D67E9548-4905-7A26-4E13-2D3A869ECA4C}"/>
          </ac:spMkLst>
        </pc:spChg>
        <pc:spChg chg="mod">
          <ac:chgData name="Scott T Lane" userId="c97bbaa9-35da-4a3b-a646-d12e455ac46e" providerId="ADAL" clId="{2FF3E2E3-7818-4E76-9C63-7C10A568D9B9}" dt="2026-02-27T15:13:50.128" v="169" actId="255"/>
          <ac:spMkLst>
            <pc:docMk/>
            <pc:sldMk cId="2785958481" sldId="270"/>
            <ac:spMk id="7" creationId="{28866545-7087-FCCF-A3DD-4028291BC477}"/>
          </ac:spMkLst>
        </pc:spChg>
      </pc:sldChg>
      <pc:sldChg chg="addSp delSp modSp mod">
        <pc:chgData name="Scott T Lane" userId="c97bbaa9-35da-4a3b-a646-d12e455ac46e" providerId="ADAL" clId="{2FF3E2E3-7818-4E76-9C63-7C10A568D9B9}" dt="2026-02-27T17:35:10.853" v="394"/>
        <pc:sldMkLst>
          <pc:docMk/>
          <pc:sldMk cId="800195792" sldId="271"/>
        </pc:sldMkLst>
        <pc:spChg chg="mod">
          <ac:chgData name="Scott T Lane" userId="c97bbaa9-35da-4a3b-a646-d12e455ac46e" providerId="ADAL" clId="{2FF3E2E3-7818-4E76-9C63-7C10A568D9B9}" dt="2026-02-27T15:14:31.328" v="174" actId="113"/>
          <ac:spMkLst>
            <pc:docMk/>
            <pc:sldMk cId="800195792" sldId="271"/>
            <ac:spMk id="6" creationId="{D67E9548-4905-7A26-4E13-2D3A869ECA4C}"/>
          </ac:spMkLst>
        </pc:spChg>
        <pc:spChg chg="mod">
          <ac:chgData name="Scott T Lane" userId="c97bbaa9-35da-4a3b-a646-d12e455ac46e" providerId="ADAL" clId="{2FF3E2E3-7818-4E76-9C63-7C10A568D9B9}" dt="2026-02-27T15:15:10.416" v="186" actId="255"/>
          <ac:spMkLst>
            <pc:docMk/>
            <pc:sldMk cId="800195792" sldId="271"/>
            <ac:spMk id="7" creationId="{28866545-7087-FCCF-A3DD-4028291BC477}"/>
          </ac:spMkLst>
        </pc:spChg>
      </pc:sldChg>
      <pc:sldChg chg="addSp modSp mod">
        <pc:chgData name="Scott T Lane" userId="c97bbaa9-35da-4a3b-a646-d12e455ac46e" providerId="ADAL" clId="{2FF3E2E3-7818-4E76-9C63-7C10A568D9B9}" dt="2026-02-27T17:35:10.853" v="394"/>
        <pc:sldMkLst>
          <pc:docMk/>
          <pc:sldMk cId="2929933221" sldId="272"/>
        </pc:sldMkLst>
        <pc:spChg chg="mod">
          <ac:chgData name="Scott T Lane" userId="c97bbaa9-35da-4a3b-a646-d12e455ac46e" providerId="ADAL" clId="{2FF3E2E3-7818-4E76-9C63-7C10A568D9B9}" dt="2026-02-27T15:15:53.047" v="190" actId="255"/>
          <ac:spMkLst>
            <pc:docMk/>
            <pc:sldMk cId="2929933221" sldId="272"/>
            <ac:spMk id="6" creationId="{D67E9548-4905-7A26-4E13-2D3A869ECA4C}"/>
          </ac:spMkLst>
        </pc:spChg>
        <pc:spChg chg="mod">
          <ac:chgData name="Scott T Lane" userId="c97bbaa9-35da-4a3b-a646-d12e455ac46e" providerId="ADAL" clId="{2FF3E2E3-7818-4E76-9C63-7C10A568D9B9}" dt="2026-02-27T15:16:25.883" v="199"/>
          <ac:spMkLst>
            <pc:docMk/>
            <pc:sldMk cId="2929933221" sldId="272"/>
            <ac:spMk id="7" creationId="{28866545-7087-FCCF-A3DD-4028291BC477}"/>
          </ac:spMkLst>
        </pc:spChg>
      </pc:sldChg>
      <pc:sldChg chg="addSp delSp modSp mod">
        <pc:chgData name="Scott T Lane" userId="c97bbaa9-35da-4a3b-a646-d12e455ac46e" providerId="ADAL" clId="{2FF3E2E3-7818-4E76-9C63-7C10A568D9B9}" dt="2026-02-27T17:35:10.853" v="394"/>
        <pc:sldMkLst>
          <pc:docMk/>
          <pc:sldMk cId="2182262154" sldId="273"/>
        </pc:sldMkLst>
        <pc:spChg chg="mod">
          <ac:chgData name="Scott T Lane" userId="c97bbaa9-35da-4a3b-a646-d12e455ac46e" providerId="ADAL" clId="{2FF3E2E3-7818-4E76-9C63-7C10A568D9B9}" dt="2026-02-27T15:16:49.624" v="203" actId="113"/>
          <ac:spMkLst>
            <pc:docMk/>
            <pc:sldMk cId="2182262154" sldId="273"/>
            <ac:spMk id="6" creationId="{D67E9548-4905-7A26-4E13-2D3A869ECA4C}"/>
          </ac:spMkLst>
        </pc:spChg>
        <pc:spChg chg="mod">
          <ac:chgData name="Scott T Lane" userId="c97bbaa9-35da-4a3b-a646-d12e455ac46e" providerId="ADAL" clId="{2FF3E2E3-7818-4E76-9C63-7C10A568D9B9}" dt="2026-02-27T15:17:41.716" v="219" actId="20577"/>
          <ac:spMkLst>
            <pc:docMk/>
            <pc:sldMk cId="2182262154" sldId="273"/>
            <ac:spMk id="7" creationId="{28866545-7087-FCCF-A3DD-4028291BC477}"/>
          </ac:spMkLst>
        </pc:spChg>
      </pc:sldChg>
      <pc:sldChg chg="addSp delSp modSp mod">
        <pc:chgData name="Scott T Lane" userId="c97bbaa9-35da-4a3b-a646-d12e455ac46e" providerId="ADAL" clId="{2FF3E2E3-7818-4E76-9C63-7C10A568D9B9}" dt="2026-02-27T17:35:10.853" v="394"/>
        <pc:sldMkLst>
          <pc:docMk/>
          <pc:sldMk cId="429486559" sldId="274"/>
        </pc:sldMkLst>
        <pc:spChg chg="mod">
          <ac:chgData name="Scott T Lane" userId="c97bbaa9-35da-4a3b-a646-d12e455ac46e" providerId="ADAL" clId="{2FF3E2E3-7818-4E76-9C63-7C10A568D9B9}" dt="2026-02-27T15:18:06.699" v="223" actId="113"/>
          <ac:spMkLst>
            <pc:docMk/>
            <pc:sldMk cId="429486559" sldId="274"/>
            <ac:spMk id="6" creationId="{D67E9548-4905-7A26-4E13-2D3A869ECA4C}"/>
          </ac:spMkLst>
        </pc:spChg>
        <pc:spChg chg="mod">
          <ac:chgData name="Scott T Lane" userId="c97bbaa9-35da-4a3b-a646-d12e455ac46e" providerId="ADAL" clId="{2FF3E2E3-7818-4E76-9C63-7C10A568D9B9}" dt="2026-02-27T15:18:45.843" v="233" actId="14100"/>
          <ac:spMkLst>
            <pc:docMk/>
            <pc:sldMk cId="429486559" sldId="274"/>
            <ac:spMk id="7" creationId="{28866545-7087-FCCF-A3DD-4028291BC477}"/>
          </ac:spMkLst>
        </pc:spChg>
      </pc:sldChg>
      <pc:sldChg chg="addSp modSp mod">
        <pc:chgData name="Scott T Lane" userId="c97bbaa9-35da-4a3b-a646-d12e455ac46e" providerId="ADAL" clId="{2FF3E2E3-7818-4E76-9C63-7C10A568D9B9}" dt="2026-02-27T17:25:28.861" v="392"/>
        <pc:sldMkLst>
          <pc:docMk/>
          <pc:sldMk cId="2404602200" sldId="278"/>
        </pc:sldMkLst>
        <pc:spChg chg="mod">
          <ac:chgData name="Scott T Lane" userId="c97bbaa9-35da-4a3b-a646-d12e455ac46e" providerId="ADAL" clId="{2FF3E2E3-7818-4E76-9C63-7C10A568D9B9}" dt="2026-02-27T15:09:07.270" v="89" actId="113"/>
          <ac:spMkLst>
            <pc:docMk/>
            <pc:sldMk cId="2404602200" sldId="278"/>
            <ac:spMk id="6" creationId="{D67E9548-4905-7A26-4E13-2D3A869ECA4C}"/>
          </ac:spMkLst>
        </pc:spChg>
        <pc:spChg chg="mod">
          <ac:chgData name="Scott T Lane" userId="c97bbaa9-35da-4a3b-a646-d12e455ac46e" providerId="ADAL" clId="{2FF3E2E3-7818-4E76-9C63-7C10A568D9B9}" dt="2026-02-27T15:09:33.036" v="97" actId="255"/>
          <ac:spMkLst>
            <pc:docMk/>
            <pc:sldMk cId="2404602200" sldId="278"/>
            <ac:spMk id="7" creationId="{28866545-7087-FCCF-A3DD-4028291BC477}"/>
          </ac:spMkLst>
        </pc:spChg>
      </pc:sldChg>
      <pc:sldChg chg="addSp modSp mod modNotesTx">
        <pc:chgData name="Scott T Lane" userId="c97bbaa9-35da-4a3b-a646-d12e455ac46e" providerId="ADAL" clId="{2FF3E2E3-7818-4E76-9C63-7C10A568D9B9}" dt="2026-02-27T17:35:10.853" v="394"/>
        <pc:sldMkLst>
          <pc:docMk/>
          <pc:sldMk cId="1941270163" sldId="303"/>
        </pc:sldMkLst>
        <pc:spChg chg="mod">
          <ac:chgData name="Scott T Lane" userId="c97bbaa9-35da-4a3b-a646-d12e455ac46e" providerId="ADAL" clId="{2FF3E2E3-7818-4E76-9C63-7C10A568D9B9}" dt="2026-02-27T15:21:50.429" v="270" actId="14100"/>
          <ac:spMkLst>
            <pc:docMk/>
            <pc:sldMk cId="1941270163" sldId="303"/>
            <ac:spMk id="6" creationId="{D67E9548-4905-7A26-4E13-2D3A869ECA4C}"/>
          </ac:spMkLst>
        </pc:spChg>
        <pc:spChg chg="mod">
          <ac:chgData name="Scott T Lane" userId="c97bbaa9-35da-4a3b-a646-d12e455ac46e" providerId="ADAL" clId="{2FF3E2E3-7818-4E76-9C63-7C10A568D9B9}" dt="2026-02-27T15:22:22.287" v="281" actId="20577"/>
          <ac:spMkLst>
            <pc:docMk/>
            <pc:sldMk cId="1941270163" sldId="303"/>
            <ac:spMk id="8" creationId="{E4AB994A-740F-62EB-342F-2455E13C0AF3}"/>
          </ac:spMkLst>
        </pc:spChg>
      </pc:sldChg>
      <pc:sldChg chg="addSp delSp modSp new mod">
        <pc:chgData name="Scott T Lane" userId="c97bbaa9-35da-4a3b-a646-d12e455ac46e" providerId="ADAL" clId="{2FF3E2E3-7818-4E76-9C63-7C10A568D9B9}" dt="2026-02-27T17:25:28.861" v="392"/>
        <pc:sldMkLst>
          <pc:docMk/>
          <pc:sldMk cId="2328337475" sldId="309"/>
        </pc:sldMkLst>
        <pc:spChg chg="mod">
          <ac:chgData name="Scott T Lane" userId="c97bbaa9-35da-4a3b-a646-d12e455ac46e" providerId="ADAL" clId="{2FF3E2E3-7818-4E76-9C63-7C10A568D9B9}" dt="2026-02-27T15:05:05.115" v="47" actId="255"/>
          <ac:spMkLst>
            <pc:docMk/>
            <pc:sldMk cId="2328337475" sldId="309"/>
            <ac:spMk id="2" creationId="{D4B04941-F3DA-D8D7-E441-A7053ED7DDA3}"/>
          </ac:spMkLst>
        </pc:spChg>
        <pc:spChg chg="mod">
          <ac:chgData name="Scott T Lane" userId="c97bbaa9-35da-4a3b-a646-d12e455ac46e" providerId="ADAL" clId="{2FF3E2E3-7818-4E76-9C63-7C10A568D9B9}" dt="2026-02-27T15:04:19.865" v="42" actId="255"/>
          <ac:spMkLst>
            <pc:docMk/>
            <pc:sldMk cId="2328337475" sldId="309"/>
            <ac:spMk id="3" creationId="{B11A7C10-E604-A866-188D-C14008734022}"/>
          </ac:spMkLst>
        </pc:spChg>
      </pc:sldChg>
      <pc:sldChg chg="addSp delSp modSp new mod">
        <pc:chgData name="Scott T Lane" userId="c97bbaa9-35da-4a3b-a646-d12e455ac46e" providerId="ADAL" clId="{2FF3E2E3-7818-4E76-9C63-7C10A568D9B9}" dt="2026-02-27T17:35:10.853" v="394"/>
        <pc:sldMkLst>
          <pc:docMk/>
          <pc:sldMk cId="1141452433" sldId="311"/>
        </pc:sldMkLst>
        <pc:spChg chg="mod">
          <ac:chgData name="Scott T Lane" userId="c97bbaa9-35da-4a3b-a646-d12e455ac46e" providerId="ADAL" clId="{2FF3E2E3-7818-4E76-9C63-7C10A568D9B9}" dt="2026-02-27T15:27:09.937" v="367" actId="14100"/>
          <ac:spMkLst>
            <pc:docMk/>
            <pc:sldMk cId="1141452433" sldId="311"/>
            <ac:spMk id="2" creationId="{AADD19F6-665E-87D8-1029-6E7FE49ED71E}"/>
          </ac:spMkLst>
        </pc:spChg>
        <pc:spChg chg="mod">
          <ac:chgData name="Scott T Lane" userId="c97bbaa9-35da-4a3b-a646-d12e455ac46e" providerId="ADAL" clId="{2FF3E2E3-7818-4E76-9C63-7C10A568D9B9}" dt="2026-02-27T15:27:32.403" v="373" actId="255"/>
          <ac:spMkLst>
            <pc:docMk/>
            <pc:sldMk cId="1141452433" sldId="311"/>
            <ac:spMk id="3" creationId="{8AA65075-DD96-342C-2621-17FA83D4F571}"/>
          </ac:spMkLst>
        </pc:spChg>
      </pc:sldChg>
      <pc:sldMasterChg chg="modSp mod modSldLayout">
        <pc:chgData name="Scott T Lane" userId="c97bbaa9-35da-4a3b-a646-d12e455ac46e" providerId="ADAL" clId="{2FF3E2E3-7818-4E76-9C63-7C10A568D9B9}" dt="2026-02-27T15:01:50.711" v="31" actId="208"/>
        <pc:sldMasterMkLst>
          <pc:docMk/>
          <pc:sldMasterMk cId="3053435293" sldId="2147483692"/>
        </pc:sldMasterMkLst>
        <pc:spChg chg="mod">
          <ac:chgData name="Scott T Lane" userId="c97bbaa9-35da-4a3b-a646-d12e455ac46e" providerId="ADAL" clId="{2FF3E2E3-7818-4E76-9C63-7C10A568D9B9}" dt="2026-02-27T15:01:50.711" v="31" actId="208"/>
          <ac:spMkLst>
            <pc:docMk/>
            <pc:sldMasterMk cId="3053435293" sldId="2147483692"/>
            <ac:spMk id="3" creationId="{00000000-0000-0000-0000-000000000000}"/>
          </ac:spMkLst>
        </pc:spChg>
        <pc:sldLayoutChg chg="modSp mod">
          <pc:chgData name="Scott T Lane" userId="c97bbaa9-35da-4a3b-a646-d12e455ac46e" providerId="ADAL" clId="{2FF3E2E3-7818-4E76-9C63-7C10A568D9B9}" dt="2026-02-27T15:01:03.334" v="27" actId="14100"/>
          <pc:sldLayoutMkLst>
            <pc:docMk/>
            <pc:sldMasterMk cId="3053435293" sldId="2147483692"/>
            <pc:sldLayoutMk cId="2385766581" sldId="2147483705"/>
          </pc:sldLayoutMkLst>
          <pc:spChg chg="mod">
            <ac:chgData name="Scott T Lane" userId="c97bbaa9-35da-4a3b-a646-d12e455ac46e" providerId="ADAL" clId="{2FF3E2E3-7818-4E76-9C63-7C10A568D9B9}" dt="2026-02-27T15:01:03.334" v="27" actId="14100"/>
            <ac:spMkLst>
              <pc:docMk/>
              <pc:sldMasterMk cId="3053435293" sldId="2147483692"/>
              <pc:sldLayoutMk cId="2385766581" sldId="2147483705"/>
              <ac:spMk id="2" creationId="{00000000-0000-0000-0000-000000000000}"/>
            </ac:spMkLst>
          </pc:spChg>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95DE80-498D-462D-963C-4593C5048B8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C39AEE1-A7C8-4F4A-AF5F-EECB9A3281D7}">
      <dgm:prSet/>
      <dgm:spPr/>
      <dgm:t>
        <a:bodyPr/>
        <a:lstStyle/>
        <a:p>
          <a:r>
            <a:rPr lang="en-US" dirty="0"/>
            <a:t>📺 Watch another episode vs. sleep: fun vs. grogginess</a:t>
          </a:r>
        </a:p>
      </dgm:t>
    </dgm:pt>
    <dgm:pt modelId="{6E944E7F-A733-4A89-A543-756C2D4E6C1A}" type="parTrans" cxnId="{2B5CC265-B6D6-486D-A50A-5B3599EB31E6}">
      <dgm:prSet/>
      <dgm:spPr/>
      <dgm:t>
        <a:bodyPr/>
        <a:lstStyle/>
        <a:p>
          <a:endParaRPr lang="en-US"/>
        </a:p>
      </dgm:t>
    </dgm:pt>
    <dgm:pt modelId="{EBB3BC91-8C1D-4F60-8589-89F6873E92F2}" type="sibTrans" cxnId="{2B5CC265-B6D6-486D-A50A-5B3599EB31E6}">
      <dgm:prSet/>
      <dgm:spPr/>
      <dgm:t>
        <a:bodyPr/>
        <a:lstStyle/>
        <a:p>
          <a:endParaRPr lang="en-US"/>
        </a:p>
      </dgm:t>
    </dgm:pt>
    <dgm:pt modelId="{A74CD468-72B0-4129-8742-9430D4C104D7}">
      <dgm:prSet/>
      <dgm:spPr/>
      <dgm:t>
        <a:bodyPr/>
        <a:lstStyle/>
        <a:p>
          <a:r>
            <a:rPr lang="en-US" dirty="0"/>
            <a:t>🍰 Add cake pop to coffee: treat vs. $3 cost</a:t>
          </a:r>
        </a:p>
      </dgm:t>
    </dgm:pt>
    <dgm:pt modelId="{1F373A25-4BC3-47DB-A1A3-92325B2C3EA5}" type="parTrans" cxnId="{DAD49FB0-0991-4876-9396-B7DDDBC86CC2}">
      <dgm:prSet/>
      <dgm:spPr/>
      <dgm:t>
        <a:bodyPr/>
        <a:lstStyle/>
        <a:p>
          <a:endParaRPr lang="en-US"/>
        </a:p>
      </dgm:t>
    </dgm:pt>
    <dgm:pt modelId="{45277AD2-CDA6-45F8-BE79-8A26A8A32FD2}" type="sibTrans" cxnId="{DAD49FB0-0991-4876-9396-B7DDDBC86CC2}">
      <dgm:prSet/>
      <dgm:spPr/>
      <dgm:t>
        <a:bodyPr/>
        <a:lstStyle/>
        <a:p>
          <a:endParaRPr lang="en-US"/>
        </a:p>
      </dgm:t>
    </dgm:pt>
    <dgm:pt modelId="{58F217AD-DC9C-41FD-A6F5-A3F9939EB598}">
      <dgm:prSet/>
      <dgm:spPr/>
      <dgm:t>
        <a:bodyPr/>
        <a:lstStyle/>
        <a:p>
          <a:r>
            <a:rPr lang="en-US" dirty="0"/>
            <a:t>💼 Work extra shift vs. attend event: $60 vs. networking</a:t>
          </a:r>
        </a:p>
      </dgm:t>
    </dgm:pt>
    <dgm:pt modelId="{762EDD19-5515-4E2B-BC86-187297ED8FEA}" type="parTrans" cxnId="{E7E8BE3A-DDDD-4215-B30B-2F23EF3BF09B}">
      <dgm:prSet/>
      <dgm:spPr/>
      <dgm:t>
        <a:bodyPr/>
        <a:lstStyle/>
        <a:p>
          <a:endParaRPr lang="en-US"/>
        </a:p>
      </dgm:t>
    </dgm:pt>
    <dgm:pt modelId="{5807D2B3-4076-402F-A7C2-15A45451AF0E}" type="sibTrans" cxnId="{E7E8BE3A-DDDD-4215-B30B-2F23EF3BF09B}">
      <dgm:prSet/>
      <dgm:spPr/>
      <dgm:t>
        <a:bodyPr/>
        <a:lstStyle/>
        <a:p>
          <a:endParaRPr lang="en-US"/>
        </a:p>
      </dgm:t>
    </dgm:pt>
    <dgm:pt modelId="{10B23ACA-1836-4D37-9D09-1EE9FD62AB7C}">
      <dgm:prSet/>
      <dgm:spPr/>
      <dgm:t>
        <a:bodyPr/>
        <a:lstStyle/>
        <a:p>
          <a:r>
            <a:rPr lang="en-US" dirty="0"/>
            <a:t>Decide based on what matters more to you</a:t>
          </a:r>
        </a:p>
      </dgm:t>
    </dgm:pt>
    <dgm:pt modelId="{3A22EC59-0ECF-42A6-922B-ACE8CDED60DD}" type="parTrans" cxnId="{89C1D335-8C5D-441A-A8BD-95445CD16A66}">
      <dgm:prSet/>
      <dgm:spPr/>
      <dgm:t>
        <a:bodyPr/>
        <a:lstStyle/>
        <a:p>
          <a:endParaRPr lang="en-US"/>
        </a:p>
      </dgm:t>
    </dgm:pt>
    <dgm:pt modelId="{75AE1AA4-3D61-4C27-849F-5AFD3C75B69F}" type="sibTrans" cxnId="{89C1D335-8C5D-441A-A8BD-95445CD16A66}">
      <dgm:prSet/>
      <dgm:spPr/>
      <dgm:t>
        <a:bodyPr/>
        <a:lstStyle/>
        <a:p>
          <a:endParaRPr lang="en-US"/>
        </a:p>
      </dgm:t>
    </dgm:pt>
    <dgm:pt modelId="{C32EED0E-662B-43EA-B8BF-7729E9549708}" type="pres">
      <dgm:prSet presAssocID="{FA95DE80-498D-462D-963C-4593C5048B8C}" presName="root" presStyleCnt="0">
        <dgm:presLayoutVars>
          <dgm:dir/>
          <dgm:resizeHandles val="exact"/>
        </dgm:presLayoutVars>
      </dgm:prSet>
      <dgm:spPr/>
    </dgm:pt>
    <dgm:pt modelId="{D42609D3-514A-4679-BDA3-525A8FDA527D}" type="pres">
      <dgm:prSet presAssocID="{BC39AEE1-A7C8-4F4A-AF5F-EECB9A3281D7}" presName="compNode" presStyleCnt="0"/>
      <dgm:spPr/>
    </dgm:pt>
    <dgm:pt modelId="{59DB0B42-FBE0-45C3-BE4F-7124BDCA1F90}" type="pres">
      <dgm:prSet presAssocID="{BC39AEE1-A7C8-4F4A-AF5F-EECB9A3281D7}" presName="bgRect" presStyleLbl="bgShp" presStyleIdx="0" presStyleCnt="4"/>
      <dgm:spPr/>
    </dgm:pt>
    <dgm:pt modelId="{3F63F499-2020-45E7-B0AF-1D37674F8DEE}" type="pres">
      <dgm:prSet presAssocID="{BC39AEE1-A7C8-4F4A-AF5F-EECB9A3281D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oon and stars"/>
        </a:ext>
      </dgm:extLst>
    </dgm:pt>
    <dgm:pt modelId="{A071DE1E-96AA-4123-BE1A-0C994E51FBFC}" type="pres">
      <dgm:prSet presAssocID="{BC39AEE1-A7C8-4F4A-AF5F-EECB9A3281D7}" presName="spaceRect" presStyleCnt="0"/>
      <dgm:spPr/>
    </dgm:pt>
    <dgm:pt modelId="{32A1D855-A355-4105-9D64-F2CACCF0C173}" type="pres">
      <dgm:prSet presAssocID="{BC39AEE1-A7C8-4F4A-AF5F-EECB9A3281D7}" presName="parTx" presStyleLbl="revTx" presStyleIdx="0" presStyleCnt="4">
        <dgm:presLayoutVars>
          <dgm:chMax val="0"/>
          <dgm:chPref val="0"/>
        </dgm:presLayoutVars>
      </dgm:prSet>
      <dgm:spPr/>
    </dgm:pt>
    <dgm:pt modelId="{3F151952-E8B1-467D-B158-A5D69A1149B1}" type="pres">
      <dgm:prSet presAssocID="{EBB3BC91-8C1D-4F60-8589-89F6873E92F2}" presName="sibTrans" presStyleCnt="0"/>
      <dgm:spPr/>
    </dgm:pt>
    <dgm:pt modelId="{6BA393FD-ADF5-46C6-93CB-2B71A8344E73}" type="pres">
      <dgm:prSet presAssocID="{A74CD468-72B0-4129-8742-9430D4C104D7}" presName="compNode" presStyleCnt="0"/>
      <dgm:spPr/>
    </dgm:pt>
    <dgm:pt modelId="{D1D7FDB3-BCFA-41AC-8E76-A3766BD7FA4C}" type="pres">
      <dgm:prSet presAssocID="{A74CD468-72B0-4129-8742-9430D4C104D7}" presName="bgRect" presStyleLbl="bgShp" presStyleIdx="1" presStyleCnt="4"/>
      <dgm:spPr/>
    </dgm:pt>
    <dgm:pt modelId="{7ADC56BB-986B-4A79-BD74-49EBE473C80D}" type="pres">
      <dgm:prSet presAssocID="{A74CD468-72B0-4129-8742-9430D4C104D7}"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ke slice"/>
        </a:ext>
      </dgm:extLst>
    </dgm:pt>
    <dgm:pt modelId="{E14EFDFA-7B7B-4C51-B34D-CE2DC6ADF487}" type="pres">
      <dgm:prSet presAssocID="{A74CD468-72B0-4129-8742-9430D4C104D7}" presName="spaceRect" presStyleCnt="0"/>
      <dgm:spPr/>
    </dgm:pt>
    <dgm:pt modelId="{B12DBDEB-64C5-46F8-AFB5-DFFC0A80B4F4}" type="pres">
      <dgm:prSet presAssocID="{A74CD468-72B0-4129-8742-9430D4C104D7}" presName="parTx" presStyleLbl="revTx" presStyleIdx="1" presStyleCnt="4">
        <dgm:presLayoutVars>
          <dgm:chMax val="0"/>
          <dgm:chPref val="0"/>
        </dgm:presLayoutVars>
      </dgm:prSet>
      <dgm:spPr/>
    </dgm:pt>
    <dgm:pt modelId="{F7041E0E-E726-4E03-B9B0-C5704E83C8F4}" type="pres">
      <dgm:prSet presAssocID="{45277AD2-CDA6-45F8-BE79-8A26A8A32FD2}" presName="sibTrans" presStyleCnt="0"/>
      <dgm:spPr/>
    </dgm:pt>
    <dgm:pt modelId="{8EFCDBAE-B12E-4E73-8EEC-5B75965C8E26}" type="pres">
      <dgm:prSet presAssocID="{58F217AD-DC9C-41FD-A6F5-A3F9939EB598}" presName="compNode" presStyleCnt="0"/>
      <dgm:spPr/>
    </dgm:pt>
    <dgm:pt modelId="{25C14D87-D4C2-4073-B9A3-19147B14D375}" type="pres">
      <dgm:prSet presAssocID="{58F217AD-DC9C-41FD-A6F5-A3F9939EB598}" presName="bgRect" presStyleLbl="bgShp" presStyleIdx="2" presStyleCnt="4"/>
      <dgm:spPr/>
    </dgm:pt>
    <dgm:pt modelId="{75DC2DB0-8BAA-4671-B1D5-38A6BE0A2250}" type="pres">
      <dgm:prSet presAssocID="{58F217AD-DC9C-41FD-A6F5-A3F9939EB598}"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roup"/>
        </a:ext>
      </dgm:extLst>
    </dgm:pt>
    <dgm:pt modelId="{CC9DA9E8-7D40-48A5-90F2-09744D22F9C1}" type="pres">
      <dgm:prSet presAssocID="{58F217AD-DC9C-41FD-A6F5-A3F9939EB598}" presName="spaceRect" presStyleCnt="0"/>
      <dgm:spPr/>
    </dgm:pt>
    <dgm:pt modelId="{C19FA525-FD80-4765-BC2A-7FF3464942C9}" type="pres">
      <dgm:prSet presAssocID="{58F217AD-DC9C-41FD-A6F5-A3F9939EB598}" presName="parTx" presStyleLbl="revTx" presStyleIdx="2" presStyleCnt="4">
        <dgm:presLayoutVars>
          <dgm:chMax val="0"/>
          <dgm:chPref val="0"/>
        </dgm:presLayoutVars>
      </dgm:prSet>
      <dgm:spPr/>
    </dgm:pt>
    <dgm:pt modelId="{4D4E3AFE-A581-407F-9E8D-165068C25B0D}" type="pres">
      <dgm:prSet presAssocID="{5807D2B3-4076-402F-A7C2-15A45451AF0E}" presName="sibTrans" presStyleCnt="0"/>
      <dgm:spPr/>
    </dgm:pt>
    <dgm:pt modelId="{BA556F8E-6E22-4721-BF78-79DC98127757}" type="pres">
      <dgm:prSet presAssocID="{10B23ACA-1836-4D37-9D09-1EE9FD62AB7C}" presName="compNode" presStyleCnt="0"/>
      <dgm:spPr/>
    </dgm:pt>
    <dgm:pt modelId="{40C4861C-D957-4B8C-8BCD-7AC450959C5E}" type="pres">
      <dgm:prSet presAssocID="{10B23ACA-1836-4D37-9D09-1EE9FD62AB7C}" presName="bgRect" presStyleLbl="bgShp" presStyleIdx="3" presStyleCnt="4"/>
      <dgm:spPr/>
    </dgm:pt>
    <dgm:pt modelId="{9775B8D5-4FA4-496E-B4AA-04D6FDB6EF1E}" type="pres">
      <dgm:prSet presAssocID="{10B23ACA-1836-4D37-9D09-1EE9FD62AB7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221ECF8D-0D96-4BBC-8311-53AA406D93BD}" type="pres">
      <dgm:prSet presAssocID="{10B23ACA-1836-4D37-9D09-1EE9FD62AB7C}" presName="spaceRect" presStyleCnt="0"/>
      <dgm:spPr/>
    </dgm:pt>
    <dgm:pt modelId="{223654A0-2C21-47DB-95BC-2ADC6EF0BC8F}" type="pres">
      <dgm:prSet presAssocID="{10B23ACA-1836-4D37-9D09-1EE9FD62AB7C}" presName="parTx" presStyleLbl="revTx" presStyleIdx="3" presStyleCnt="4">
        <dgm:presLayoutVars>
          <dgm:chMax val="0"/>
          <dgm:chPref val="0"/>
        </dgm:presLayoutVars>
      </dgm:prSet>
      <dgm:spPr/>
    </dgm:pt>
  </dgm:ptLst>
  <dgm:cxnLst>
    <dgm:cxn modelId="{CB61E604-D4B7-4132-BA6C-31D4DCC8D627}" type="presOf" srcId="{58F217AD-DC9C-41FD-A6F5-A3F9939EB598}" destId="{C19FA525-FD80-4765-BC2A-7FF3464942C9}" srcOrd="0" destOrd="0" presId="urn:microsoft.com/office/officeart/2018/2/layout/IconVerticalSolidList"/>
    <dgm:cxn modelId="{89C1D335-8C5D-441A-A8BD-95445CD16A66}" srcId="{FA95DE80-498D-462D-963C-4593C5048B8C}" destId="{10B23ACA-1836-4D37-9D09-1EE9FD62AB7C}" srcOrd="3" destOrd="0" parTransId="{3A22EC59-0ECF-42A6-922B-ACE8CDED60DD}" sibTransId="{75AE1AA4-3D61-4C27-849F-5AFD3C75B69F}"/>
    <dgm:cxn modelId="{C68FAD3A-4CFE-46A8-9DA9-10CFB149C5B3}" type="presOf" srcId="{10B23ACA-1836-4D37-9D09-1EE9FD62AB7C}" destId="{223654A0-2C21-47DB-95BC-2ADC6EF0BC8F}" srcOrd="0" destOrd="0" presId="urn:microsoft.com/office/officeart/2018/2/layout/IconVerticalSolidList"/>
    <dgm:cxn modelId="{E7E8BE3A-DDDD-4215-B30B-2F23EF3BF09B}" srcId="{FA95DE80-498D-462D-963C-4593C5048B8C}" destId="{58F217AD-DC9C-41FD-A6F5-A3F9939EB598}" srcOrd="2" destOrd="0" parTransId="{762EDD19-5515-4E2B-BC86-187297ED8FEA}" sibTransId="{5807D2B3-4076-402F-A7C2-15A45451AF0E}"/>
    <dgm:cxn modelId="{2B5CC265-B6D6-486D-A50A-5B3599EB31E6}" srcId="{FA95DE80-498D-462D-963C-4593C5048B8C}" destId="{BC39AEE1-A7C8-4F4A-AF5F-EECB9A3281D7}" srcOrd="0" destOrd="0" parTransId="{6E944E7F-A733-4A89-A543-756C2D4E6C1A}" sibTransId="{EBB3BC91-8C1D-4F60-8589-89F6873E92F2}"/>
    <dgm:cxn modelId="{DAD49FB0-0991-4876-9396-B7DDDBC86CC2}" srcId="{FA95DE80-498D-462D-963C-4593C5048B8C}" destId="{A74CD468-72B0-4129-8742-9430D4C104D7}" srcOrd="1" destOrd="0" parTransId="{1F373A25-4BC3-47DB-A1A3-92325B2C3EA5}" sibTransId="{45277AD2-CDA6-45F8-BE79-8A26A8A32FD2}"/>
    <dgm:cxn modelId="{8573DFD2-BB7D-4B4B-9B5F-A519A8FA253B}" type="presOf" srcId="{A74CD468-72B0-4129-8742-9430D4C104D7}" destId="{B12DBDEB-64C5-46F8-AFB5-DFFC0A80B4F4}" srcOrd="0" destOrd="0" presId="urn:microsoft.com/office/officeart/2018/2/layout/IconVerticalSolidList"/>
    <dgm:cxn modelId="{73EE4AD3-66EE-4BC3-A285-08FCD7530444}" type="presOf" srcId="{FA95DE80-498D-462D-963C-4593C5048B8C}" destId="{C32EED0E-662B-43EA-B8BF-7729E9549708}" srcOrd="0" destOrd="0" presId="urn:microsoft.com/office/officeart/2018/2/layout/IconVerticalSolidList"/>
    <dgm:cxn modelId="{74CCD0E1-5A89-4E6B-BDF2-F149EC21389B}" type="presOf" srcId="{BC39AEE1-A7C8-4F4A-AF5F-EECB9A3281D7}" destId="{32A1D855-A355-4105-9D64-F2CACCF0C173}" srcOrd="0" destOrd="0" presId="urn:microsoft.com/office/officeart/2018/2/layout/IconVerticalSolidList"/>
    <dgm:cxn modelId="{A838DC97-07A2-4C57-976D-30F7FDBC7A85}" type="presParOf" srcId="{C32EED0E-662B-43EA-B8BF-7729E9549708}" destId="{D42609D3-514A-4679-BDA3-525A8FDA527D}" srcOrd="0" destOrd="0" presId="urn:microsoft.com/office/officeart/2018/2/layout/IconVerticalSolidList"/>
    <dgm:cxn modelId="{F1D64AEF-3493-4BA5-B1F4-61A1CCE3F806}" type="presParOf" srcId="{D42609D3-514A-4679-BDA3-525A8FDA527D}" destId="{59DB0B42-FBE0-45C3-BE4F-7124BDCA1F90}" srcOrd="0" destOrd="0" presId="urn:microsoft.com/office/officeart/2018/2/layout/IconVerticalSolidList"/>
    <dgm:cxn modelId="{4DE34099-BE95-4619-BDD4-705D11F80C43}" type="presParOf" srcId="{D42609D3-514A-4679-BDA3-525A8FDA527D}" destId="{3F63F499-2020-45E7-B0AF-1D37674F8DEE}" srcOrd="1" destOrd="0" presId="urn:microsoft.com/office/officeart/2018/2/layout/IconVerticalSolidList"/>
    <dgm:cxn modelId="{28A7B888-C8E4-405B-89D9-644D10BB02FA}" type="presParOf" srcId="{D42609D3-514A-4679-BDA3-525A8FDA527D}" destId="{A071DE1E-96AA-4123-BE1A-0C994E51FBFC}" srcOrd="2" destOrd="0" presId="urn:microsoft.com/office/officeart/2018/2/layout/IconVerticalSolidList"/>
    <dgm:cxn modelId="{FE03449B-C286-45FC-A5BF-54C2506D76CE}" type="presParOf" srcId="{D42609D3-514A-4679-BDA3-525A8FDA527D}" destId="{32A1D855-A355-4105-9D64-F2CACCF0C173}" srcOrd="3" destOrd="0" presId="urn:microsoft.com/office/officeart/2018/2/layout/IconVerticalSolidList"/>
    <dgm:cxn modelId="{DCC0AA18-4ACE-4C24-80CA-ABCCB19C2AD2}" type="presParOf" srcId="{C32EED0E-662B-43EA-B8BF-7729E9549708}" destId="{3F151952-E8B1-467D-B158-A5D69A1149B1}" srcOrd="1" destOrd="0" presId="urn:microsoft.com/office/officeart/2018/2/layout/IconVerticalSolidList"/>
    <dgm:cxn modelId="{EA715E19-4D20-424F-B3C1-CF193F5A51D3}" type="presParOf" srcId="{C32EED0E-662B-43EA-B8BF-7729E9549708}" destId="{6BA393FD-ADF5-46C6-93CB-2B71A8344E73}" srcOrd="2" destOrd="0" presId="urn:microsoft.com/office/officeart/2018/2/layout/IconVerticalSolidList"/>
    <dgm:cxn modelId="{9C748E7F-D21E-46F3-9EF8-CC16BEA6E876}" type="presParOf" srcId="{6BA393FD-ADF5-46C6-93CB-2B71A8344E73}" destId="{D1D7FDB3-BCFA-41AC-8E76-A3766BD7FA4C}" srcOrd="0" destOrd="0" presId="urn:microsoft.com/office/officeart/2018/2/layout/IconVerticalSolidList"/>
    <dgm:cxn modelId="{BC4BF1DE-A305-46F8-9FBF-3485979EC1CC}" type="presParOf" srcId="{6BA393FD-ADF5-46C6-93CB-2B71A8344E73}" destId="{7ADC56BB-986B-4A79-BD74-49EBE473C80D}" srcOrd="1" destOrd="0" presId="urn:microsoft.com/office/officeart/2018/2/layout/IconVerticalSolidList"/>
    <dgm:cxn modelId="{966EA5D3-9AAA-4FFD-951A-8AA31CCEA984}" type="presParOf" srcId="{6BA393FD-ADF5-46C6-93CB-2B71A8344E73}" destId="{E14EFDFA-7B7B-4C51-B34D-CE2DC6ADF487}" srcOrd="2" destOrd="0" presId="urn:microsoft.com/office/officeart/2018/2/layout/IconVerticalSolidList"/>
    <dgm:cxn modelId="{44008C76-55E5-4077-A355-3F03BF9291FF}" type="presParOf" srcId="{6BA393FD-ADF5-46C6-93CB-2B71A8344E73}" destId="{B12DBDEB-64C5-46F8-AFB5-DFFC0A80B4F4}" srcOrd="3" destOrd="0" presId="urn:microsoft.com/office/officeart/2018/2/layout/IconVerticalSolidList"/>
    <dgm:cxn modelId="{E738E338-AE01-4FB3-AEA4-98270A60EAFC}" type="presParOf" srcId="{C32EED0E-662B-43EA-B8BF-7729E9549708}" destId="{F7041E0E-E726-4E03-B9B0-C5704E83C8F4}" srcOrd="3" destOrd="0" presId="urn:microsoft.com/office/officeart/2018/2/layout/IconVerticalSolidList"/>
    <dgm:cxn modelId="{CDDC01D5-C68B-4228-901B-17DAD7AD3EB4}" type="presParOf" srcId="{C32EED0E-662B-43EA-B8BF-7729E9549708}" destId="{8EFCDBAE-B12E-4E73-8EEC-5B75965C8E26}" srcOrd="4" destOrd="0" presId="urn:microsoft.com/office/officeart/2018/2/layout/IconVerticalSolidList"/>
    <dgm:cxn modelId="{56C8FBC9-2F10-4951-A21C-4CAFDBC467FF}" type="presParOf" srcId="{8EFCDBAE-B12E-4E73-8EEC-5B75965C8E26}" destId="{25C14D87-D4C2-4073-B9A3-19147B14D375}" srcOrd="0" destOrd="0" presId="urn:microsoft.com/office/officeart/2018/2/layout/IconVerticalSolidList"/>
    <dgm:cxn modelId="{65F3F311-FFED-4FBB-B9CD-C806494F477B}" type="presParOf" srcId="{8EFCDBAE-B12E-4E73-8EEC-5B75965C8E26}" destId="{75DC2DB0-8BAA-4671-B1D5-38A6BE0A2250}" srcOrd="1" destOrd="0" presId="urn:microsoft.com/office/officeart/2018/2/layout/IconVerticalSolidList"/>
    <dgm:cxn modelId="{F316F949-2ED5-426D-8684-CD0E6654FAFD}" type="presParOf" srcId="{8EFCDBAE-B12E-4E73-8EEC-5B75965C8E26}" destId="{CC9DA9E8-7D40-48A5-90F2-09744D22F9C1}" srcOrd="2" destOrd="0" presId="urn:microsoft.com/office/officeart/2018/2/layout/IconVerticalSolidList"/>
    <dgm:cxn modelId="{6F47EEBA-A398-4918-A37C-0DFA26962A75}" type="presParOf" srcId="{8EFCDBAE-B12E-4E73-8EEC-5B75965C8E26}" destId="{C19FA525-FD80-4765-BC2A-7FF3464942C9}" srcOrd="3" destOrd="0" presId="urn:microsoft.com/office/officeart/2018/2/layout/IconVerticalSolidList"/>
    <dgm:cxn modelId="{B3F36891-B134-4B48-AFCF-233C5841FA65}" type="presParOf" srcId="{C32EED0E-662B-43EA-B8BF-7729E9549708}" destId="{4D4E3AFE-A581-407F-9E8D-165068C25B0D}" srcOrd="5" destOrd="0" presId="urn:microsoft.com/office/officeart/2018/2/layout/IconVerticalSolidList"/>
    <dgm:cxn modelId="{C17FC768-EEDF-4311-8EF0-5F128772DF5F}" type="presParOf" srcId="{C32EED0E-662B-43EA-B8BF-7729E9549708}" destId="{BA556F8E-6E22-4721-BF78-79DC98127757}" srcOrd="6" destOrd="0" presId="urn:microsoft.com/office/officeart/2018/2/layout/IconVerticalSolidList"/>
    <dgm:cxn modelId="{428AB292-66E1-48E5-B386-227B9DC16819}" type="presParOf" srcId="{BA556F8E-6E22-4721-BF78-79DC98127757}" destId="{40C4861C-D957-4B8C-8BCD-7AC450959C5E}" srcOrd="0" destOrd="0" presId="urn:microsoft.com/office/officeart/2018/2/layout/IconVerticalSolidList"/>
    <dgm:cxn modelId="{E5F93A20-E464-415E-BC8F-787D9DF03FA8}" type="presParOf" srcId="{BA556F8E-6E22-4721-BF78-79DC98127757}" destId="{9775B8D5-4FA4-496E-B4AA-04D6FDB6EF1E}" srcOrd="1" destOrd="0" presId="urn:microsoft.com/office/officeart/2018/2/layout/IconVerticalSolidList"/>
    <dgm:cxn modelId="{6263AE17-9772-49C6-91F6-D14C8A0ED5AE}" type="presParOf" srcId="{BA556F8E-6E22-4721-BF78-79DC98127757}" destId="{221ECF8D-0D96-4BBC-8311-53AA406D93BD}" srcOrd="2" destOrd="0" presId="urn:microsoft.com/office/officeart/2018/2/layout/IconVerticalSolidList"/>
    <dgm:cxn modelId="{A6ECB556-A4E3-4085-BBE4-5A3D9BBD1833}" type="presParOf" srcId="{BA556F8E-6E22-4721-BF78-79DC98127757}" destId="{223654A0-2C21-47DB-95BC-2ADC6EF0BC8F}" srcOrd="3" destOrd="0" presId="urn:microsoft.com/office/officeart/2018/2/layout/IconVerticalSolidList"/>
  </dgm:cxnLst>
  <dgm:bg/>
  <dgm:whole>
    <a:ln>
      <a:solidFill>
        <a:schemeClr val="tx1"/>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DF5D58-8691-4407-85BC-2DEF4542858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7845926-40BB-48AD-995A-F96523B6E40B}">
      <dgm:prSet/>
      <dgm:spPr/>
      <dgm:t>
        <a:bodyPr/>
        <a:lstStyle/>
        <a:p>
          <a:r>
            <a:rPr lang="en-US"/>
            <a:t>Produce at lower opportunity cost than others</a:t>
          </a:r>
        </a:p>
      </dgm:t>
    </dgm:pt>
    <dgm:pt modelId="{68547C0F-7707-4376-AF44-8244B7635A5A}" type="parTrans" cxnId="{C05681ED-6B1F-4794-996E-ECB94495AF4E}">
      <dgm:prSet/>
      <dgm:spPr/>
      <dgm:t>
        <a:bodyPr/>
        <a:lstStyle/>
        <a:p>
          <a:endParaRPr lang="en-US"/>
        </a:p>
      </dgm:t>
    </dgm:pt>
    <dgm:pt modelId="{716D1298-B2CE-4F62-9461-AC5AA5D053DC}" type="sibTrans" cxnId="{C05681ED-6B1F-4794-996E-ECB94495AF4E}">
      <dgm:prSet/>
      <dgm:spPr/>
      <dgm:t>
        <a:bodyPr/>
        <a:lstStyle/>
        <a:p>
          <a:endParaRPr lang="en-US"/>
        </a:p>
      </dgm:t>
    </dgm:pt>
    <dgm:pt modelId="{EABE411D-2463-43CD-AD97-D776A8A586F9}">
      <dgm:prSet/>
      <dgm:spPr/>
      <dgm:t>
        <a:bodyPr/>
        <a:lstStyle/>
        <a:p>
          <a:r>
            <a:rPr lang="en-US" dirty="0"/>
            <a:t>Even if one is better at everything, trade helps both</a:t>
          </a:r>
        </a:p>
      </dgm:t>
    </dgm:pt>
    <dgm:pt modelId="{1F1E88FF-2F00-42F5-B358-CEF1F2143ABC}" type="parTrans" cxnId="{68DABCA0-31B8-48F4-B7BC-03A7B8452053}">
      <dgm:prSet/>
      <dgm:spPr/>
      <dgm:t>
        <a:bodyPr/>
        <a:lstStyle/>
        <a:p>
          <a:endParaRPr lang="en-US"/>
        </a:p>
      </dgm:t>
    </dgm:pt>
    <dgm:pt modelId="{F59A156E-886B-4C1E-978D-B77670CEB2D2}" type="sibTrans" cxnId="{68DABCA0-31B8-48F4-B7BC-03A7B8452053}">
      <dgm:prSet/>
      <dgm:spPr/>
      <dgm:t>
        <a:bodyPr/>
        <a:lstStyle/>
        <a:p>
          <a:endParaRPr lang="en-US"/>
        </a:p>
      </dgm:t>
    </dgm:pt>
    <dgm:pt modelId="{CB341A9A-8D92-4501-BD93-1D4940EBFA17}">
      <dgm:prSet/>
      <dgm:spPr/>
      <dgm:t>
        <a:bodyPr/>
        <a:lstStyle/>
        <a:p>
          <a:r>
            <a:rPr lang="en-US"/>
            <a:t>Specialize in what you do best, trade for the rest</a:t>
          </a:r>
        </a:p>
      </dgm:t>
    </dgm:pt>
    <dgm:pt modelId="{C944E5E2-40CB-48E5-91AF-7C2DA443A8FB}" type="parTrans" cxnId="{6812E062-8D69-4849-977E-BFB04DA38CAD}">
      <dgm:prSet/>
      <dgm:spPr/>
      <dgm:t>
        <a:bodyPr/>
        <a:lstStyle/>
        <a:p>
          <a:endParaRPr lang="en-US"/>
        </a:p>
      </dgm:t>
    </dgm:pt>
    <dgm:pt modelId="{4C46538C-A5E1-4B31-A59E-2760BF683A2F}" type="sibTrans" cxnId="{6812E062-8D69-4849-977E-BFB04DA38CAD}">
      <dgm:prSet/>
      <dgm:spPr/>
      <dgm:t>
        <a:bodyPr/>
        <a:lstStyle/>
        <a:p>
          <a:endParaRPr lang="en-US"/>
        </a:p>
      </dgm:t>
    </dgm:pt>
    <dgm:pt modelId="{1BCE936D-5A12-439F-8952-FF2DB5A792E8}">
      <dgm:prSet/>
      <dgm:spPr/>
      <dgm:t>
        <a:bodyPr/>
        <a:lstStyle/>
        <a:p>
          <a:r>
            <a:rPr lang="en-US"/>
            <a:t>Example: You're great at math and okay at writing—tutor math and hire help for writing</a:t>
          </a:r>
        </a:p>
      </dgm:t>
    </dgm:pt>
    <dgm:pt modelId="{E80E4C34-6FE3-44E9-AB11-F30D901C9D84}" type="parTrans" cxnId="{3EB485FC-D418-47FB-8455-4F64DD4BDFAA}">
      <dgm:prSet/>
      <dgm:spPr/>
      <dgm:t>
        <a:bodyPr/>
        <a:lstStyle/>
        <a:p>
          <a:endParaRPr lang="en-US"/>
        </a:p>
      </dgm:t>
    </dgm:pt>
    <dgm:pt modelId="{93DC9BC3-2B88-4950-A4C7-E369F9CCAD08}" type="sibTrans" cxnId="{3EB485FC-D418-47FB-8455-4F64DD4BDFAA}">
      <dgm:prSet/>
      <dgm:spPr/>
      <dgm:t>
        <a:bodyPr/>
        <a:lstStyle/>
        <a:p>
          <a:endParaRPr lang="en-US"/>
        </a:p>
      </dgm:t>
    </dgm:pt>
    <dgm:pt modelId="{D1759E60-4EE3-4D39-988A-C98B3BE08437}" type="pres">
      <dgm:prSet presAssocID="{71DF5D58-8691-4407-85BC-2DEF4542858E}" presName="root" presStyleCnt="0">
        <dgm:presLayoutVars>
          <dgm:dir/>
          <dgm:resizeHandles val="exact"/>
        </dgm:presLayoutVars>
      </dgm:prSet>
      <dgm:spPr/>
    </dgm:pt>
    <dgm:pt modelId="{96B5CA9A-CEA2-47CE-AA4A-533956B090E8}" type="pres">
      <dgm:prSet presAssocID="{57845926-40BB-48AD-995A-F96523B6E40B}" presName="compNode" presStyleCnt="0"/>
      <dgm:spPr/>
    </dgm:pt>
    <dgm:pt modelId="{D31F6452-20F0-4A2A-B7E5-1F5A162B5AF0}" type="pres">
      <dgm:prSet presAssocID="{57845926-40BB-48AD-995A-F96523B6E40B}" presName="bgRect" presStyleLbl="bgShp" presStyleIdx="0" presStyleCnt="4"/>
      <dgm:spPr/>
    </dgm:pt>
    <dgm:pt modelId="{F80AD09B-167E-407A-8450-2D75E50D9C29}" type="pres">
      <dgm:prSet presAssocID="{57845926-40BB-48AD-995A-F96523B6E40B}"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oney"/>
        </a:ext>
      </dgm:extLst>
    </dgm:pt>
    <dgm:pt modelId="{6E939646-6E7A-47EC-8DC3-EDFBD2590366}" type="pres">
      <dgm:prSet presAssocID="{57845926-40BB-48AD-995A-F96523B6E40B}" presName="spaceRect" presStyleCnt="0"/>
      <dgm:spPr/>
    </dgm:pt>
    <dgm:pt modelId="{6A066D6C-8271-4EFB-863A-2AD7C2107D44}" type="pres">
      <dgm:prSet presAssocID="{57845926-40BB-48AD-995A-F96523B6E40B}" presName="parTx" presStyleLbl="revTx" presStyleIdx="0" presStyleCnt="4">
        <dgm:presLayoutVars>
          <dgm:chMax val="0"/>
          <dgm:chPref val="0"/>
        </dgm:presLayoutVars>
      </dgm:prSet>
      <dgm:spPr/>
    </dgm:pt>
    <dgm:pt modelId="{5BE2D389-12E1-48E6-B22B-AAB1E38AC736}" type="pres">
      <dgm:prSet presAssocID="{716D1298-B2CE-4F62-9461-AC5AA5D053DC}" presName="sibTrans" presStyleCnt="0"/>
      <dgm:spPr/>
    </dgm:pt>
    <dgm:pt modelId="{C38C0180-BF51-4F9B-8773-037E097322C6}" type="pres">
      <dgm:prSet presAssocID="{EABE411D-2463-43CD-AD97-D776A8A586F9}" presName="compNode" presStyleCnt="0"/>
      <dgm:spPr/>
    </dgm:pt>
    <dgm:pt modelId="{EB6925B6-5766-4A2F-925E-A452DAA4DDC7}" type="pres">
      <dgm:prSet presAssocID="{EABE411D-2463-43CD-AD97-D776A8A586F9}" presName="bgRect" presStyleLbl="bgShp" presStyleIdx="1" presStyleCnt="4"/>
      <dgm:spPr/>
    </dgm:pt>
    <dgm:pt modelId="{A69469CC-E704-4923-B661-C284341EA147}" type="pres">
      <dgm:prSet presAssocID="{EABE411D-2463-43CD-AD97-D776A8A586F9}"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ins"/>
        </a:ext>
      </dgm:extLst>
    </dgm:pt>
    <dgm:pt modelId="{7FC642C6-E4A2-438F-A654-9AC214436BCA}" type="pres">
      <dgm:prSet presAssocID="{EABE411D-2463-43CD-AD97-D776A8A586F9}" presName="spaceRect" presStyleCnt="0"/>
      <dgm:spPr/>
    </dgm:pt>
    <dgm:pt modelId="{325EE145-FD95-4EEA-B061-1E1C18ED5C5C}" type="pres">
      <dgm:prSet presAssocID="{EABE411D-2463-43CD-AD97-D776A8A586F9}" presName="parTx" presStyleLbl="revTx" presStyleIdx="1" presStyleCnt="4">
        <dgm:presLayoutVars>
          <dgm:chMax val="0"/>
          <dgm:chPref val="0"/>
        </dgm:presLayoutVars>
      </dgm:prSet>
      <dgm:spPr/>
    </dgm:pt>
    <dgm:pt modelId="{18D3BCC7-7ACB-41B8-A269-CA038163A5F9}" type="pres">
      <dgm:prSet presAssocID="{F59A156E-886B-4C1E-978D-B77670CEB2D2}" presName="sibTrans" presStyleCnt="0"/>
      <dgm:spPr/>
    </dgm:pt>
    <dgm:pt modelId="{F349A7FB-7397-4B3E-BB14-A22149DF0DC6}" type="pres">
      <dgm:prSet presAssocID="{CB341A9A-8D92-4501-BD93-1D4940EBFA17}" presName="compNode" presStyleCnt="0"/>
      <dgm:spPr/>
    </dgm:pt>
    <dgm:pt modelId="{02A748E4-7EE7-4A4A-B83B-9E0AEDFB9129}" type="pres">
      <dgm:prSet presAssocID="{CB341A9A-8D92-4501-BD93-1D4940EBFA17}" presName="bgRect" presStyleLbl="bgShp" presStyleIdx="2" presStyleCnt="4"/>
      <dgm:spPr/>
    </dgm:pt>
    <dgm:pt modelId="{2DA04CDB-C8F5-4A09-A719-AD6A1A8A793D}" type="pres">
      <dgm:prSet presAssocID="{CB341A9A-8D92-4501-BD93-1D4940EBFA1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Kiosk"/>
        </a:ext>
      </dgm:extLst>
    </dgm:pt>
    <dgm:pt modelId="{D1C6416D-2F1A-44A1-9703-2C7C94B3DA0F}" type="pres">
      <dgm:prSet presAssocID="{CB341A9A-8D92-4501-BD93-1D4940EBFA17}" presName="spaceRect" presStyleCnt="0"/>
      <dgm:spPr/>
    </dgm:pt>
    <dgm:pt modelId="{5C60D7DF-3AA0-4C49-8FEF-38C9C2A9ABE2}" type="pres">
      <dgm:prSet presAssocID="{CB341A9A-8D92-4501-BD93-1D4940EBFA17}" presName="parTx" presStyleLbl="revTx" presStyleIdx="2" presStyleCnt="4">
        <dgm:presLayoutVars>
          <dgm:chMax val="0"/>
          <dgm:chPref val="0"/>
        </dgm:presLayoutVars>
      </dgm:prSet>
      <dgm:spPr/>
    </dgm:pt>
    <dgm:pt modelId="{1A159F77-B0DB-4B9D-AF5C-2EB6019DB971}" type="pres">
      <dgm:prSet presAssocID="{4C46538C-A5E1-4B31-A59E-2760BF683A2F}" presName="sibTrans" presStyleCnt="0"/>
      <dgm:spPr/>
    </dgm:pt>
    <dgm:pt modelId="{14FC528B-B748-4DF4-944B-2DDFADB00554}" type="pres">
      <dgm:prSet presAssocID="{1BCE936D-5A12-439F-8952-FF2DB5A792E8}" presName="compNode" presStyleCnt="0"/>
      <dgm:spPr/>
    </dgm:pt>
    <dgm:pt modelId="{9FE66510-3032-480E-AC42-08FCC14C74BE}" type="pres">
      <dgm:prSet presAssocID="{1BCE936D-5A12-439F-8952-FF2DB5A792E8}" presName="bgRect" presStyleLbl="bgShp" presStyleIdx="3" presStyleCnt="4"/>
      <dgm:spPr/>
    </dgm:pt>
    <dgm:pt modelId="{BE8428B6-B629-417F-B807-817D2FD65AAB}" type="pres">
      <dgm:prSet presAssocID="{1BCE936D-5A12-439F-8952-FF2DB5A792E8}"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BA5E778F-6E3F-4BE5-8763-D954B1278FAD}" type="pres">
      <dgm:prSet presAssocID="{1BCE936D-5A12-439F-8952-FF2DB5A792E8}" presName="spaceRect" presStyleCnt="0"/>
      <dgm:spPr/>
    </dgm:pt>
    <dgm:pt modelId="{638178E0-1656-4D6E-9835-62ED010E3D33}" type="pres">
      <dgm:prSet presAssocID="{1BCE936D-5A12-439F-8952-FF2DB5A792E8}" presName="parTx" presStyleLbl="revTx" presStyleIdx="3" presStyleCnt="4">
        <dgm:presLayoutVars>
          <dgm:chMax val="0"/>
          <dgm:chPref val="0"/>
        </dgm:presLayoutVars>
      </dgm:prSet>
      <dgm:spPr/>
    </dgm:pt>
  </dgm:ptLst>
  <dgm:cxnLst>
    <dgm:cxn modelId="{F9FA3334-195B-4032-9180-8AF6CC9CDB38}" type="presOf" srcId="{57845926-40BB-48AD-995A-F96523B6E40B}" destId="{6A066D6C-8271-4EFB-863A-2AD7C2107D44}" srcOrd="0" destOrd="0" presId="urn:microsoft.com/office/officeart/2018/2/layout/IconVerticalSolidList"/>
    <dgm:cxn modelId="{00C22E5F-0F6D-4F09-BE9D-5567EC474E40}" type="presOf" srcId="{CB341A9A-8D92-4501-BD93-1D4940EBFA17}" destId="{5C60D7DF-3AA0-4C49-8FEF-38C9C2A9ABE2}" srcOrd="0" destOrd="0" presId="urn:microsoft.com/office/officeart/2018/2/layout/IconVerticalSolidList"/>
    <dgm:cxn modelId="{6812E062-8D69-4849-977E-BFB04DA38CAD}" srcId="{71DF5D58-8691-4407-85BC-2DEF4542858E}" destId="{CB341A9A-8D92-4501-BD93-1D4940EBFA17}" srcOrd="2" destOrd="0" parTransId="{C944E5E2-40CB-48E5-91AF-7C2DA443A8FB}" sibTransId="{4C46538C-A5E1-4B31-A59E-2760BF683A2F}"/>
    <dgm:cxn modelId="{68DABCA0-31B8-48F4-B7BC-03A7B8452053}" srcId="{71DF5D58-8691-4407-85BC-2DEF4542858E}" destId="{EABE411D-2463-43CD-AD97-D776A8A586F9}" srcOrd="1" destOrd="0" parTransId="{1F1E88FF-2F00-42F5-B358-CEF1F2143ABC}" sibTransId="{F59A156E-886B-4C1E-978D-B77670CEB2D2}"/>
    <dgm:cxn modelId="{4AF081CF-7B8E-4C0A-A287-CCF859945E6A}" type="presOf" srcId="{1BCE936D-5A12-439F-8952-FF2DB5A792E8}" destId="{638178E0-1656-4D6E-9835-62ED010E3D33}" srcOrd="0" destOrd="0" presId="urn:microsoft.com/office/officeart/2018/2/layout/IconVerticalSolidList"/>
    <dgm:cxn modelId="{C05681ED-6B1F-4794-996E-ECB94495AF4E}" srcId="{71DF5D58-8691-4407-85BC-2DEF4542858E}" destId="{57845926-40BB-48AD-995A-F96523B6E40B}" srcOrd="0" destOrd="0" parTransId="{68547C0F-7707-4376-AF44-8244B7635A5A}" sibTransId="{716D1298-B2CE-4F62-9461-AC5AA5D053DC}"/>
    <dgm:cxn modelId="{C655E1EE-2B8C-4080-9401-9BA9CFA12742}" type="presOf" srcId="{EABE411D-2463-43CD-AD97-D776A8A586F9}" destId="{325EE145-FD95-4EEA-B061-1E1C18ED5C5C}" srcOrd="0" destOrd="0" presId="urn:microsoft.com/office/officeart/2018/2/layout/IconVerticalSolidList"/>
    <dgm:cxn modelId="{1A0E2CF8-C431-41EB-8BB1-FA397AA23448}" type="presOf" srcId="{71DF5D58-8691-4407-85BC-2DEF4542858E}" destId="{D1759E60-4EE3-4D39-988A-C98B3BE08437}" srcOrd="0" destOrd="0" presId="urn:microsoft.com/office/officeart/2018/2/layout/IconVerticalSolidList"/>
    <dgm:cxn modelId="{3EB485FC-D418-47FB-8455-4F64DD4BDFAA}" srcId="{71DF5D58-8691-4407-85BC-2DEF4542858E}" destId="{1BCE936D-5A12-439F-8952-FF2DB5A792E8}" srcOrd="3" destOrd="0" parTransId="{E80E4C34-6FE3-44E9-AB11-F30D901C9D84}" sibTransId="{93DC9BC3-2B88-4950-A4C7-E369F9CCAD08}"/>
    <dgm:cxn modelId="{43F59511-F5A2-4473-A5CC-AC4474DDCF4D}" type="presParOf" srcId="{D1759E60-4EE3-4D39-988A-C98B3BE08437}" destId="{96B5CA9A-CEA2-47CE-AA4A-533956B090E8}" srcOrd="0" destOrd="0" presId="urn:microsoft.com/office/officeart/2018/2/layout/IconVerticalSolidList"/>
    <dgm:cxn modelId="{7E336DB4-AB5A-4304-9456-5A188D0A8891}" type="presParOf" srcId="{96B5CA9A-CEA2-47CE-AA4A-533956B090E8}" destId="{D31F6452-20F0-4A2A-B7E5-1F5A162B5AF0}" srcOrd="0" destOrd="0" presId="urn:microsoft.com/office/officeart/2018/2/layout/IconVerticalSolidList"/>
    <dgm:cxn modelId="{6133E137-5323-4363-B8CC-7F543C748656}" type="presParOf" srcId="{96B5CA9A-CEA2-47CE-AA4A-533956B090E8}" destId="{F80AD09B-167E-407A-8450-2D75E50D9C29}" srcOrd="1" destOrd="0" presId="urn:microsoft.com/office/officeart/2018/2/layout/IconVerticalSolidList"/>
    <dgm:cxn modelId="{138C5400-726B-4B9E-9E39-672CE581843A}" type="presParOf" srcId="{96B5CA9A-CEA2-47CE-AA4A-533956B090E8}" destId="{6E939646-6E7A-47EC-8DC3-EDFBD2590366}" srcOrd="2" destOrd="0" presId="urn:microsoft.com/office/officeart/2018/2/layout/IconVerticalSolidList"/>
    <dgm:cxn modelId="{76C22979-1CA8-4515-ACC8-94C81D43F5A2}" type="presParOf" srcId="{96B5CA9A-CEA2-47CE-AA4A-533956B090E8}" destId="{6A066D6C-8271-4EFB-863A-2AD7C2107D44}" srcOrd="3" destOrd="0" presId="urn:microsoft.com/office/officeart/2018/2/layout/IconVerticalSolidList"/>
    <dgm:cxn modelId="{7C3CF05B-1BFE-4259-B3B0-30711704BC62}" type="presParOf" srcId="{D1759E60-4EE3-4D39-988A-C98B3BE08437}" destId="{5BE2D389-12E1-48E6-B22B-AAB1E38AC736}" srcOrd="1" destOrd="0" presId="urn:microsoft.com/office/officeart/2018/2/layout/IconVerticalSolidList"/>
    <dgm:cxn modelId="{D793C07D-FA84-45CF-8C86-146EB49873E6}" type="presParOf" srcId="{D1759E60-4EE3-4D39-988A-C98B3BE08437}" destId="{C38C0180-BF51-4F9B-8773-037E097322C6}" srcOrd="2" destOrd="0" presId="urn:microsoft.com/office/officeart/2018/2/layout/IconVerticalSolidList"/>
    <dgm:cxn modelId="{988DEB5F-C439-4EE5-8648-A3B76D810FA0}" type="presParOf" srcId="{C38C0180-BF51-4F9B-8773-037E097322C6}" destId="{EB6925B6-5766-4A2F-925E-A452DAA4DDC7}" srcOrd="0" destOrd="0" presId="urn:microsoft.com/office/officeart/2018/2/layout/IconVerticalSolidList"/>
    <dgm:cxn modelId="{F0005F69-F5C6-4F1E-8152-966AD4CC0B22}" type="presParOf" srcId="{C38C0180-BF51-4F9B-8773-037E097322C6}" destId="{A69469CC-E704-4923-B661-C284341EA147}" srcOrd="1" destOrd="0" presId="urn:microsoft.com/office/officeart/2018/2/layout/IconVerticalSolidList"/>
    <dgm:cxn modelId="{3057B9AC-8CC9-45FE-8358-7E6CA9B52424}" type="presParOf" srcId="{C38C0180-BF51-4F9B-8773-037E097322C6}" destId="{7FC642C6-E4A2-438F-A654-9AC214436BCA}" srcOrd="2" destOrd="0" presId="urn:microsoft.com/office/officeart/2018/2/layout/IconVerticalSolidList"/>
    <dgm:cxn modelId="{5692E757-B427-4CF3-83FA-6C7136A0CE00}" type="presParOf" srcId="{C38C0180-BF51-4F9B-8773-037E097322C6}" destId="{325EE145-FD95-4EEA-B061-1E1C18ED5C5C}" srcOrd="3" destOrd="0" presId="urn:microsoft.com/office/officeart/2018/2/layout/IconVerticalSolidList"/>
    <dgm:cxn modelId="{5CDC84F4-3F7E-4457-A7FB-983C26B1E62E}" type="presParOf" srcId="{D1759E60-4EE3-4D39-988A-C98B3BE08437}" destId="{18D3BCC7-7ACB-41B8-A269-CA038163A5F9}" srcOrd="3" destOrd="0" presId="urn:microsoft.com/office/officeart/2018/2/layout/IconVerticalSolidList"/>
    <dgm:cxn modelId="{276F35C6-6C9C-41EB-A83D-CA5295F5E837}" type="presParOf" srcId="{D1759E60-4EE3-4D39-988A-C98B3BE08437}" destId="{F349A7FB-7397-4B3E-BB14-A22149DF0DC6}" srcOrd="4" destOrd="0" presId="urn:microsoft.com/office/officeart/2018/2/layout/IconVerticalSolidList"/>
    <dgm:cxn modelId="{51351A21-22D1-4490-BBFE-63BB962130F2}" type="presParOf" srcId="{F349A7FB-7397-4B3E-BB14-A22149DF0DC6}" destId="{02A748E4-7EE7-4A4A-B83B-9E0AEDFB9129}" srcOrd="0" destOrd="0" presId="urn:microsoft.com/office/officeart/2018/2/layout/IconVerticalSolidList"/>
    <dgm:cxn modelId="{A363C6E5-B72E-4BDF-A252-5E5716B86B18}" type="presParOf" srcId="{F349A7FB-7397-4B3E-BB14-A22149DF0DC6}" destId="{2DA04CDB-C8F5-4A09-A719-AD6A1A8A793D}" srcOrd="1" destOrd="0" presId="urn:microsoft.com/office/officeart/2018/2/layout/IconVerticalSolidList"/>
    <dgm:cxn modelId="{865B3F4D-7A5E-4FC4-BEEC-3A605BB8609A}" type="presParOf" srcId="{F349A7FB-7397-4B3E-BB14-A22149DF0DC6}" destId="{D1C6416D-2F1A-44A1-9703-2C7C94B3DA0F}" srcOrd="2" destOrd="0" presId="urn:microsoft.com/office/officeart/2018/2/layout/IconVerticalSolidList"/>
    <dgm:cxn modelId="{5BD503A8-715A-4A31-AC55-4D75798C2B7E}" type="presParOf" srcId="{F349A7FB-7397-4B3E-BB14-A22149DF0DC6}" destId="{5C60D7DF-3AA0-4C49-8FEF-38C9C2A9ABE2}" srcOrd="3" destOrd="0" presId="urn:microsoft.com/office/officeart/2018/2/layout/IconVerticalSolidList"/>
    <dgm:cxn modelId="{11013D4A-5EB6-4B37-86FD-E7D84BFA5742}" type="presParOf" srcId="{D1759E60-4EE3-4D39-988A-C98B3BE08437}" destId="{1A159F77-B0DB-4B9D-AF5C-2EB6019DB971}" srcOrd="5" destOrd="0" presId="urn:microsoft.com/office/officeart/2018/2/layout/IconVerticalSolidList"/>
    <dgm:cxn modelId="{ACCBDD85-9F34-4B1A-9B3D-37072E8A1170}" type="presParOf" srcId="{D1759E60-4EE3-4D39-988A-C98B3BE08437}" destId="{14FC528B-B748-4DF4-944B-2DDFADB00554}" srcOrd="6" destOrd="0" presId="urn:microsoft.com/office/officeart/2018/2/layout/IconVerticalSolidList"/>
    <dgm:cxn modelId="{1F00124D-EB6B-4C6D-8344-E2B183893F9B}" type="presParOf" srcId="{14FC528B-B748-4DF4-944B-2DDFADB00554}" destId="{9FE66510-3032-480E-AC42-08FCC14C74BE}" srcOrd="0" destOrd="0" presId="urn:microsoft.com/office/officeart/2018/2/layout/IconVerticalSolidList"/>
    <dgm:cxn modelId="{8AF46F3E-96A4-4869-9DA7-ABC51B28557D}" type="presParOf" srcId="{14FC528B-B748-4DF4-944B-2DDFADB00554}" destId="{BE8428B6-B629-417F-B807-817D2FD65AAB}" srcOrd="1" destOrd="0" presId="urn:microsoft.com/office/officeart/2018/2/layout/IconVerticalSolidList"/>
    <dgm:cxn modelId="{9AE5F8F3-B903-4642-9935-4908197D5D1A}" type="presParOf" srcId="{14FC528B-B748-4DF4-944B-2DDFADB00554}" destId="{BA5E778F-6E3F-4BE5-8763-D954B1278FAD}" srcOrd="2" destOrd="0" presId="urn:microsoft.com/office/officeart/2018/2/layout/IconVerticalSolidList"/>
    <dgm:cxn modelId="{BA32723F-BBD6-4C6A-B8B3-C472E87B136B}" type="presParOf" srcId="{14FC528B-B748-4DF4-944B-2DDFADB00554}" destId="{638178E0-1656-4D6E-9835-62ED010E3D33}" srcOrd="3" destOrd="0" presId="urn:microsoft.com/office/officeart/2018/2/layout/IconVerticalSolidList"/>
  </dgm:cxnLst>
  <dgm:bg/>
  <dgm:whole>
    <a:ln>
      <a:solidFill>
        <a:schemeClr val="tx1"/>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DB0B42-FBE0-45C3-BE4F-7124BDCA1F90}">
      <dsp:nvSpPr>
        <dsp:cNvPr id="0" name=""/>
        <dsp:cNvSpPr/>
      </dsp:nvSpPr>
      <dsp:spPr>
        <a:xfrm>
          <a:off x="0" y="1743"/>
          <a:ext cx="6229291" cy="8835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63F499-2020-45E7-B0AF-1D37674F8DEE}">
      <dsp:nvSpPr>
        <dsp:cNvPr id="0" name=""/>
        <dsp:cNvSpPr/>
      </dsp:nvSpPr>
      <dsp:spPr>
        <a:xfrm>
          <a:off x="267263" y="200534"/>
          <a:ext cx="485934" cy="4859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2A1D855-A355-4105-9D64-F2CACCF0C173}">
      <dsp:nvSpPr>
        <dsp:cNvPr id="0" name=""/>
        <dsp:cNvSpPr/>
      </dsp:nvSpPr>
      <dsp:spPr>
        <a:xfrm>
          <a:off x="1020462" y="1743"/>
          <a:ext cx="5208828" cy="883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506" tIns="93506" rIns="93506" bIns="93506" numCol="1" spcCol="1270" anchor="ctr" anchorCtr="0">
          <a:noAutofit/>
        </a:bodyPr>
        <a:lstStyle/>
        <a:p>
          <a:pPr marL="0" lvl="0" indent="0" algn="l" defTabSz="977900">
            <a:lnSpc>
              <a:spcPct val="90000"/>
            </a:lnSpc>
            <a:spcBef>
              <a:spcPct val="0"/>
            </a:spcBef>
            <a:spcAft>
              <a:spcPct val="35000"/>
            </a:spcAft>
            <a:buNone/>
          </a:pPr>
          <a:r>
            <a:rPr lang="en-US" sz="2200" kern="1200" dirty="0"/>
            <a:t>📺 Watch another episode vs. sleep: fun vs. grogginess</a:t>
          </a:r>
        </a:p>
      </dsp:txBody>
      <dsp:txXfrm>
        <a:off x="1020462" y="1743"/>
        <a:ext cx="5208828" cy="883516"/>
      </dsp:txXfrm>
    </dsp:sp>
    <dsp:sp modelId="{D1D7FDB3-BCFA-41AC-8E76-A3766BD7FA4C}">
      <dsp:nvSpPr>
        <dsp:cNvPr id="0" name=""/>
        <dsp:cNvSpPr/>
      </dsp:nvSpPr>
      <dsp:spPr>
        <a:xfrm>
          <a:off x="0" y="1106139"/>
          <a:ext cx="6229291" cy="8835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DC56BB-986B-4A79-BD74-49EBE473C80D}">
      <dsp:nvSpPr>
        <dsp:cNvPr id="0" name=""/>
        <dsp:cNvSpPr/>
      </dsp:nvSpPr>
      <dsp:spPr>
        <a:xfrm>
          <a:off x="267263" y="1304930"/>
          <a:ext cx="485934" cy="4859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2DBDEB-64C5-46F8-AFB5-DFFC0A80B4F4}">
      <dsp:nvSpPr>
        <dsp:cNvPr id="0" name=""/>
        <dsp:cNvSpPr/>
      </dsp:nvSpPr>
      <dsp:spPr>
        <a:xfrm>
          <a:off x="1020462" y="1106139"/>
          <a:ext cx="5208828" cy="883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506" tIns="93506" rIns="93506" bIns="93506" numCol="1" spcCol="1270" anchor="ctr" anchorCtr="0">
          <a:noAutofit/>
        </a:bodyPr>
        <a:lstStyle/>
        <a:p>
          <a:pPr marL="0" lvl="0" indent="0" algn="l" defTabSz="977900">
            <a:lnSpc>
              <a:spcPct val="90000"/>
            </a:lnSpc>
            <a:spcBef>
              <a:spcPct val="0"/>
            </a:spcBef>
            <a:spcAft>
              <a:spcPct val="35000"/>
            </a:spcAft>
            <a:buNone/>
          </a:pPr>
          <a:r>
            <a:rPr lang="en-US" sz="2200" kern="1200" dirty="0"/>
            <a:t>🍰 Add cake pop to coffee: treat vs. $3 cost</a:t>
          </a:r>
        </a:p>
      </dsp:txBody>
      <dsp:txXfrm>
        <a:off x="1020462" y="1106139"/>
        <a:ext cx="5208828" cy="883516"/>
      </dsp:txXfrm>
    </dsp:sp>
    <dsp:sp modelId="{25C14D87-D4C2-4073-B9A3-19147B14D375}">
      <dsp:nvSpPr>
        <dsp:cNvPr id="0" name=""/>
        <dsp:cNvSpPr/>
      </dsp:nvSpPr>
      <dsp:spPr>
        <a:xfrm>
          <a:off x="0" y="2210535"/>
          <a:ext cx="6229291" cy="8835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DC2DB0-8BAA-4671-B1D5-38A6BE0A2250}">
      <dsp:nvSpPr>
        <dsp:cNvPr id="0" name=""/>
        <dsp:cNvSpPr/>
      </dsp:nvSpPr>
      <dsp:spPr>
        <a:xfrm>
          <a:off x="267263" y="2409326"/>
          <a:ext cx="485934" cy="4859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9FA525-FD80-4765-BC2A-7FF3464942C9}">
      <dsp:nvSpPr>
        <dsp:cNvPr id="0" name=""/>
        <dsp:cNvSpPr/>
      </dsp:nvSpPr>
      <dsp:spPr>
        <a:xfrm>
          <a:off x="1020462" y="2210535"/>
          <a:ext cx="5208828" cy="883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506" tIns="93506" rIns="93506" bIns="93506" numCol="1" spcCol="1270" anchor="ctr" anchorCtr="0">
          <a:noAutofit/>
        </a:bodyPr>
        <a:lstStyle/>
        <a:p>
          <a:pPr marL="0" lvl="0" indent="0" algn="l" defTabSz="977900">
            <a:lnSpc>
              <a:spcPct val="90000"/>
            </a:lnSpc>
            <a:spcBef>
              <a:spcPct val="0"/>
            </a:spcBef>
            <a:spcAft>
              <a:spcPct val="35000"/>
            </a:spcAft>
            <a:buNone/>
          </a:pPr>
          <a:r>
            <a:rPr lang="en-US" sz="2200" kern="1200" dirty="0"/>
            <a:t>💼 Work extra shift vs. attend event: $60 vs. networking</a:t>
          </a:r>
        </a:p>
      </dsp:txBody>
      <dsp:txXfrm>
        <a:off x="1020462" y="2210535"/>
        <a:ext cx="5208828" cy="883516"/>
      </dsp:txXfrm>
    </dsp:sp>
    <dsp:sp modelId="{40C4861C-D957-4B8C-8BCD-7AC450959C5E}">
      <dsp:nvSpPr>
        <dsp:cNvPr id="0" name=""/>
        <dsp:cNvSpPr/>
      </dsp:nvSpPr>
      <dsp:spPr>
        <a:xfrm>
          <a:off x="0" y="3314931"/>
          <a:ext cx="6229291" cy="8835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75B8D5-4FA4-496E-B4AA-04D6FDB6EF1E}">
      <dsp:nvSpPr>
        <dsp:cNvPr id="0" name=""/>
        <dsp:cNvSpPr/>
      </dsp:nvSpPr>
      <dsp:spPr>
        <a:xfrm>
          <a:off x="267263" y="3513723"/>
          <a:ext cx="485934" cy="4859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23654A0-2C21-47DB-95BC-2ADC6EF0BC8F}">
      <dsp:nvSpPr>
        <dsp:cNvPr id="0" name=""/>
        <dsp:cNvSpPr/>
      </dsp:nvSpPr>
      <dsp:spPr>
        <a:xfrm>
          <a:off x="1020462" y="3314931"/>
          <a:ext cx="5208828" cy="883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506" tIns="93506" rIns="93506" bIns="93506" numCol="1" spcCol="1270" anchor="ctr" anchorCtr="0">
          <a:noAutofit/>
        </a:bodyPr>
        <a:lstStyle/>
        <a:p>
          <a:pPr marL="0" lvl="0" indent="0" algn="l" defTabSz="977900">
            <a:lnSpc>
              <a:spcPct val="90000"/>
            </a:lnSpc>
            <a:spcBef>
              <a:spcPct val="0"/>
            </a:spcBef>
            <a:spcAft>
              <a:spcPct val="35000"/>
            </a:spcAft>
            <a:buNone/>
          </a:pPr>
          <a:r>
            <a:rPr lang="en-US" sz="2200" kern="1200" dirty="0"/>
            <a:t>Decide based on what matters more to you</a:t>
          </a:r>
        </a:p>
      </dsp:txBody>
      <dsp:txXfrm>
        <a:off x="1020462" y="3314931"/>
        <a:ext cx="5208828" cy="8835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1F6452-20F0-4A2A-B7E5-1F5A162B5AF0}">
      <dsp:nvSpPr>
        <dsp:cNvPr id="0" name=""/>
        <dsp:cNvSpPr/>
      </dsp:nvSpPr>
      <dsp:spPr>
        <a:xfrm>
          <a:off x="0" y="1672"/>
          <a:ext cx="5876594" cy="8477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0AD09B-167E-407A-8450-2D75E50D9C29}">
      <dsp:nvSpPr>
        <dsp:cNvPr id="0" name=""/>
        <dsp:cNvSpPr/>
      </dsp:nvSpPr>
      <dsp:spPr>
        <a:xfrm>
          <a:off x="256458" y="192426"/>
          <a:ext cx="466287" cy="4662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A066D6C-8271-4EFB-863A-2AD7C2107D44}">
      <dsp:nvSpPr>
        <dsp:cNvPr id="0" name=""/>
        <dsp:cNvSpPr/>
      </dsp:nvSpPr>
      <dsp:spPr>
        <a:xfrm>
          <a:off x="979204" y="1672"/>
          <a:ext cx="4897389" cy="847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25" tIns="89725" rIns="89725" bIns="89725" numCol="1" spcCol="1270" anchor="ctr" anchorCtr="0">
          <a:noAutofit/>
        </a:bodyPr>
        <a:lstStyle/>
        <a:p>
          <a:pPr marL="0" lvl="0" indent="0" algn="l" defTabSz="889000">
            <a:lnSpc>
              <a:spcPct val="90000"/>
            </a:lnSpc>
            <a:spcBef>
              <a:spcPct val="0"/>
            </a:spcBef>
            <a:spcAft>
              <a:spcPct val="35000"/>
            </a:spcAft>
            <a:buNone/>
          </a:pPr>
          <a:r>
            <a:rPr lang="en-US" sz="2000" kern="1200"/>
            <a:t>Produce at lower opportunity cost than others</a:t>
          </a:r>
        </a:p>
      </dsp:txBody>
      <dsp:txXfrm>
        <a:off x="979204" y="1672"/>
        <a:ext cx="4897389" cy="847795"/>
      </dsp:txXfrm>
    </dsp:sp>
    <dsp:sp modelId="{EB6925B6-5766-4A2F-925E-A452DAA4DDC7}">
      <dsp:nvSpPr>
        <dsp:cNvPr id="0" name=""/>
        <dsp:cNvSpPr/>
      </dsp:nvSpPr>
      <dsp:spPr>
        <a:xfrm>
          <a:off x="0" y="1061417"/>
          <a:ext cx="5876594" cy="8477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9469CC-E704-4923-B661-C284341EA147}">
      <dsp:nvSpPr>
        <dsp:cNvPr id="0" name=""/>
        <dsp:cNvSpPr/>
      </dsp:nvSpPr>
      <dsp:spPr>
        <a:xfrm>
          <a:off x="256458" y="1252171"/>
          <a:ext cx="466287" cy="4662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25EE145-FD95-4EEA-B061-1E1C18ED5C5C}">
      <dsp:nvSpPr>
        <dsp:cNvPr id="0" name=""/>
        <dsp:cNvSpPr/>
      </dsp:nvSpPr>
      <dsp:spPr>
        <a:xfrm>
          <a:off x="979204" y="1061417"/>
          <a:ext cx="4897389" cy="847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25" tIns="89725" rIns="89725" bIns="89725" numCol="1" spcCol="1270" anchor="ctr" anchorCtr="0">
          <a:noAutofit/>
        </a:bodyPr>
        <a:lstStyle/>
        <a:p>
          <a:pPr marL="0" lvl="0" indent="0" algn="l" defTabSz="889000">
            <a:lnSpc>
              <a:spcPct val="90000"/>
            </a:lnSpc>
            <a:spcBef>
              <a:spcPct val="0"/>
            </a:spcBef>
            <a:spcAft>
              <a:spcPct val="35000"/>
            </a:spcAft>
            <a:buNone/>
          </a:pPr>
          <a:r>
            <a:rPr lang="en-US" sz="2000" kern="1200" dirty="0"/>
            <a:t>Even if one is better at everything, trade helps both</a:t>
          </a:r>
        </a:p>
      </dsp:txBody>
      <dsp:txXfrm>
        <a:off x="979204" y="1061417"/>
        <a:ext cx="4897389" cy="847795"/>
      </dsp:txXfrm>
    </dsp:sp>
    <dsp:sp modelId="{02A748E4-7EE7-4A4A-B83B-9E0AEDFB9129}">
      <dsp:nvSpPr>
        <dsp:cNvPr id="0" name=""/>
        <dsp:cNvSpPr/>
      </dsp:nvSpPr>
      <dsp:spPr>
        <a:xfrm>
          <a:off x="0" y="2121161"/>
          <a:ext cx="5876594" cy="8477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A04CDB-C8F5-4A09-A719-AD6A1A8A793D}">
      <dsp:nvSpPr>
        <dsp:cNvPr id="0" name=""/>
        <dsp:cNvSpPr/>
      </dsp:nvSpPr>
      <dsp:spPr>
        <a:xfrm>
          <a:off x="256458" y="2311915"/>
          <a:ext cx="466287" cy="4662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60D7DF-3AA0-4C49-8FEF-38C9C2A9ABE2}">
      <dsp:nvSpPr>
        <dsp:cNvPr id="0" name=""/>
        <dsp:cNvSpPr/>
      </dsp:nvSpPr>
      <dsp:spPr>
        <a:xfrm>
          <a:off x="979204" y="2121161"/>
          <a:ext cx="4897389" cy="847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25" tIns="89725" rIns="89725" bIns="89725" numCol="1" spcCol="1270" anchor="ctr" anchorCtr="0">
          <a:noAutofit/>
        </a:bodyPr>
        <a:lstStyle/>
        <a:p>
          <a:pPr marL="0" lvl="0" indent="0" algn="l" defTabSz="889000">
            <a:lnSpc>
              <a:spcPct val="90000"/>
            </a:lnSpc>
            <a:spcBef>
              <a:spcPct val="0"/>
            </a:spcBef>
            <a:spcAft>
              <a:spcPct val="35000"/>
            </a:spcAft>
            <a:buNone/>
          </a:pPr>
          <a:r>
            <a:rPr lang="en-US" sz="2000" kern="1200"/>
            <a:t>Specialize in what you do best, trade for the rest</a:t>
          </a:r>
        </a:p>
      </dsp:txBody>
      <dsp:txXfrm>
        <a:off x="979204" y="2121161"/>
        <a:ext cx="4897389" cy="847795"/>
      </dsp:txXfrm>
    </dsp:sp>
    <dsp:sp modelId="{9FE66510-3032-480E-AC42-08FCC14C74BE}">
      <dsp:nvSpPr>
        <dsp:cNvPr id="0" name=""/>
        <dsp:cNvSpPr/>
      </dsp:nvSpPr>
      <dsp:spPr>
        <a:xfrm>
          <a:off x="0" y="3180906"/>
          <a:ext cx="5876594" cy="8477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8428B6-B629-417F-B807-817D2FD65AAB}">
      <dsp:nvSpPr>
        <dsp:cNvPr id="0" name=""/>
        <dsp:cNvSpPr/>
      </dsp:nvSpPr>
      <dsp:spPr>
        <a:xfrm>
          <a:off x="256458" y="3371660"/>
          <a:ext cx="466287" cy="4662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8178E0-1656-4D6E-9835-62ED010E3D33}">
      <dsp:nvSpPr>
        <dsp:cNvPr id="0" name=""/>
        <dsp:cNvSpPr/>
      </dsp:nvSpPr>
      <dsp:spPr>
        <a:xfrm>
          <a:off x="979204" y="3180906"/>
          <a:ext cx="4897389" cy="847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25" tIns="89725" rIns="89725" bIns="89725" numCol="1" spcCol="1270" anchor="ctr" anchorCtr="0">
          <a:noAutofit/>
        </a:bodyPr>
        <a:lstStyle/>
        <a:p>
          <a:pPr marL="0" lvl="0" indent="0" algn="l" defTabSz="889000">
            <a:lnSpc>
              <a:spcPct val="90000"/>
            </a:lnSpc>
            <a:spcBef>
              <a:spcPct val="0"/>
            </a:spcBef>
            <a:spcAft>
              <a:spcPct val="35000"/>
            </a:spcAft>
            <a:buNone/>
          </a:pPr>
          <a:r>
            <a:rPr lang="en-US" sz="2000" kern="1200"/>
            <a:t>Example: You're great at math and okay at writing—tutor math and hire help for writing</a:t>
          </a:r>
        </a:p>
      </dsp:txBody>
      <dsp:txXfrm>
        <a:off x="979204" y="3180906"/>
        <a:ext cx="4897389" cy="84779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Chapter 2.  This chapter explores the fundamental economic problem: unlimited wants versus limited resources. We'll examine how individuals and societies make choices when they can't have everything they want. The chapter covers three main areas: individual budget constraints, societal production possibilities, and common objections to economic thinking.</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3996879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Scarcity is the foundation of economics. As economist Lionel Robbins noted in 1932, we always face limitations. Think of your daily life: you can't study for every class 8 hours each, work full-time, exercise 2 hours daily, AND sleep 8 hours—there simply aren't enough hours. Similarly, you can't buy everything you want with your income. This universal condition forces individuals and societies to make choices, which is what economics studies. The Rolling Stones song "You Can't Always Get What You Want" captures this economic reality perfectly!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3504427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budget constraint shows all combinations of goods a person can afford given their income and prices. Alphonso can buy 5 burgers and no bus tickets, 20 bus tickets and no burgers, or any combination in between. The budget line is straight because prices are fixed. The slope (-0.25) reveals the opportunity cost: to get one more burger, Alphonso must give up 4 bus tickets. This is like a student choosing between textbooks and streaming subscriptions—every dollar spent on entertainment is a dollar not spent on education materials. The budget constraint makes visible the invisible tradeoffs we face constantly.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4286770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Opportunity cost is THE central concept in economics. It's not just the dollar price you pay—it's what you give up to make that choice. Consider college: you pay tuition, but you also give up 4 years of income you could have earned. The government example is striking: after 9/11, enhanced airport security's biggest cost wasn't equipment ($2 billion) or sky marshals ($3 billion)—it was 895 million passengers each spending an extra 30 minutes waiting, valued at $8 billion annually! This illustrates how economists think: they convert everything to comparable terms. The daily lunch example shows how small recurring costs add up—framing it as "a vacation" versus "$5/day" might change your behavior. Opportunity cost is all around us.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1699673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People rarely make all-or-nothing decisions. You don't choose between eating all the pizza or none of the pizza—you choose how many slices. This is marginal analysis: examining the benefit and cost of one additional unit. The first slice of pizza when you're hungry provides enormous satisfaction. The sixth slice? Much less. Similarly, Alphonso doesn't buy all burgers or all bus tickets. He asks: "Is this next burger worth giving up four bus tickets?" Think of it like your study time: the first hour studying for an exam is extremely valuable, but the sixth hour might provide diminishing returns—maybe you'd get more benefit spending that hour on a different subject. Economists call this "marginal analysis" or "change analysis," and it's used throughout economics because it reflects how people actually make decisions.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3260129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law explains why you don't eat only your favorite food forever or why workers don't choose "all leisure and no work." Each additional unit of consumption provides less additional satisfaction—that's diminishing marginal utility. The first ice cream cone on a hot day is amazing. The fifth? You might feel sick. Alphonso's first few bus rides might get him to crucial appointments, providing high utility. Later rides just kill time. This principle is universal: the first dollar you earn is more valuable than your millionth dollar; the first hour of studying is more productive than your tenth consecutive hour. This is why rational people seek balanced combinations rather than extremes. It also explains why people consume diverse goods rather than spending everything on one item.</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3832699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one of the hardest lessons in economics because it requires admitting past mistakes. Sunk costs are gone—you can't get them back—so they shouldn't influence current decisions. Selena can't recover her $8 movie ticket, so the real choice is: "Do I waste 90 more minutes on this terrible movie, or do something better with my time?" Businesses struggle with this constantly. Companies that invested millions developing a failing product often throw good money after bad because they "already invested so much." But rational decision-making ignores sunk costs. Think of it this way: if someone offered you free tickets to that terrible movie, would you go? If not, why stay just because you paid? Your past payment is irrelevant to the current decision. Focus on forward-looking costs and benefits only.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277776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PPF is to society what the budget constraint is to individuals—it shows the limits of what's possible. Imagine society producing only two things: healthcare and education. With fixed resources (labor, land, capital), there's a maximum amount of each combination we can produce. Every point on the frontier represents productive efficiency—we can't make more of one without making less of the other. Points inside the curve represent waste—unemployment or underused resources. Points outside are unattainable with current resources. Unlike the budget constraint's straight line, the PPF curves because of increasing opportunity cost—some resources are better suited for healthcare, others for education. As we move resources from one sector to another, we use increasingly unsuitable resources, making each additional unit more costly to produce.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2537351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explains why the PPF bows outward rather than being a straight line. Imagine society devotes everything to healthcare—people see doctors daily but have zero education. Moving some resources to education causes little healthcare loss because those last marginal healthcare dollars weren't producing much benefit anyway. But they produce huge education gains because education starts from zero. Now reverse it: if society devotes everything to education and starts shifting resources to healthcare, those first healthcare resources produce large gains. The analogy makes it concrete: the last few emergency rooms becoming kindergartens produces tiny education gains but large healthcare losses. But the first few underutilized medical facilities becoming schools? Large education gains, small healthcare losses. This is why economists say resources aren't perfectly substitutable—some resources are better suited for specific purposes. It's like asking a professional basketball player to become a ballet dancer—possible, but not as effective.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264496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are distinct concepts. Productive efficiency is about not wasting resources—it means producing on the PPF, not inside it. Any point on the curve is productively efficient. But allocative efficiency asks: "Of all the productively efficient points, which one should we choose?" This depends on society's preferences. Imagine two scenarios: both produce efficiently, but one devotes 90% to healthcare and 10% to education, while the other does the reverse. Both are productively efficient, but only one is allocatively efficient—the one society actually wants. Markets help achieve allocative efficiency because producers respond to consumer demand. Think of it like a restaurant kitchen: productive efficiency means no wasted ingredients and no idle cooks (using resources fully). Allocative efficiency means making the dishes customers actually ordered (producing what's wanted). You need both for optimal outcomes.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939872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Comparative advantage is why countries trade. It's about opportunity cost, not absolute productivity. Brazil might produce more sugar cane per acre and the US might produce more wheat per acre—that's absolute advantage. But what matters is comparative advantage: Brazil's opportunity cost of producing sugar cane (in terms of wheat given up) is lower than America's opportunity cost. The US has a lower opportunity cost producing wheat. So Brazil should specialize in sugar cane, the US in wheat, then they trade. Both countries end up with more of both goods than if each tried to produce everything itself. This principle applies beyond countries: it explains why doctors hire accountants rather than doing their own taxes, even if the doctor could learn accounting. The doctor's opportunity cost of doing taxes is very high (lost patient income), so specialization and trade benefits both parties. David Ricardo's insight about comparative advantage remains one of economics' most powerful and counterintuitive ideas.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11</a:t>
            </a:fld>
            <a:endParaRPr lang="en-US"/>
          </a:p>
        </p:txBody>
      </p:sp>
    </p:spTree>
    <p:extLst>
      <p:ext uri="{BB962C8B-B14F-4D97-AF65-F5344CB8AC3E}">
        <p14:creationId xmlns:p14="http://schemas.microsoft.com/office/powerpoint/2010/main" val="2928881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Critics argue economic models are unrealistic because people don't consciously perform these calculations. But this misunderstands how models work. When a basketball player throws a perfect bounce pass, they're not solving physics equations—they're using practiced intuition. Yet the physics equations accurately describe the pass. Similarly, shoppers don't draw budget constraints, but they do make consistent tradeoffs between goods based on prices and income—which is exactly what budget constraint analysis predicts. Democratic governments don't formally calculate PPFs, but they do face tradeoffs and respond to voter preferences. Economic models describe patterns in behavior, not the conscious thought process. They're tools for analyzing tradeoffs, predicting behavior, and understanding outcomes. The test of a model isn't whether people explicitly think through its logic, but whether it accurately predicts behavior and illuminates tradeoffs. Economics, like physics, provides a useful analytical framework even when people act intuitively.</a:t>
            </a:r>
          </a:p>
          <a:p>
            <a:br>
              <a:rPr lang="en-US" dirty="0"/>
            </a:b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12</a:t>
            </a:fld>
            <a:endParaRPr lang="en-US"/>
          </a:p>
        </p:txBody>
      </p:sp>
    </p:spTree>
    <p:extLst>
      <p:ext uri="{BB962C8B-B14F-4D97-AF65-F5344CB8AC3E}">
        <p14:creationId xmlns:p14="http://schemas.microsoft.com/office/powerpoint/2010/main" val="780903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objection has several responses. First, economics makes a positive statement (describing reality) rather than normative (prescribing what should be). We can test whether people respond to incentives without endorsing selfishness. Second, even Adam Smith—the father of economics—recognized humans aren't purely selfish. His "Theory of Moral Sentiments" opens by noting we care about others' happiness. Self-interest is a useful simplification, not a complete portrait of human nature. Third, we can reframe "self-interest" as "personal freedom"—the ability to make your own choices about work, spending, and saving is a valuable liberty. Some choose high-paying stressful jobs; others choose meaningful low-paying work; others balance both. That freedom matters. Fourth, Smith's "invisible hand" shows how self-interested behavior often creates social benefits—workers create output, businesses meet consumer needs. Finally, people separate economic self-interest from other domains. You might negotiate aggressively for a raise but volunteer generously at a food bank. Self-interest is a starting point for economic analysis, not a complete theory of human motivation.</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13</a:t>
            </a:fld>
            <a:endParaRPr lang="en-US"/>
          </a:p>
        </p:txBody>
      </p:sp>
    </p:spTree>
    <p:extLst>
      <p:ext uri="{BB962C8B-B14F-4D97-AF65-F5344CB8AC3E}">
        <p14:creationId xmlns:p14="http://schemas.microsoft.com/office/powerpoint/2010/main" val="12125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Understanding this distinction is crucial. Positive statements are about what is—they're factual claims we can test with evidence. "Raising the minimum wage will cost X jobs" is positive—we can gather data and test it, even if people disagree about the measurement. Normative statements are about what should be—they're value judgments reflecting our beliefs about right and wrong. "We should raise the minimum wage" is normative—it depends on how you weigh helping some workers versus potentially costing others their jobs. Neither positive nor normative analysis alone determines policy. We need positive analysis to understand consequences ("If we do X, Y will happen"), but normative values to decide whether those consequences are desirable ("We care more about Y than Z"). Economics primarily does positive analysis—measuring tradeoffs, predicting behavior, calculating costs and benefits. But this analysis informs normative debates. The key is distinguishing factual disagreements (resolved by evidence) from value disagreements (resolved by democratic deliberation). Good policy needs both rigorous positive analysis and clear normative reasoning.</a:t>
            </a:r>
            <a:endParaRPr lang="en-US" dirty="0"/>
          </a:p>
        </p:txBody>
      </p:sp>
      <p:sp>
        <p:nvSpPr>
          <p:cNvPr id="4" name="Slide Number Placeholder 3"/>
          <p:cNvSpPr>
            <a:spLocks noGrp="1"/>
          </p:cNvSpPr>
          <p:nvPr>
            <p:ph type="sldNum" sz="quarter" idx="5"/>
          </p:nvPr>
        </p:nvSpPr>
        <p:spPr/>
        <p:txBody>
          <a:bodyPr/>
          <a:lstStyle/>
          <a:p>
            <a:fld id="{346CF828-4A38-4848-8D20-9E83719741A2}" type="slidenum">
              <a:rPr lang="en-US" smtClean="0"/>
              <a:t>14</a:t>
            </a:fld>
            <a:endParaRPr lang="en-US"/>
          </a:p>
        </p:txBody>
      </p:sp>
    </p:spTree>
    <p:extLst>
      <p:ext uri="{BB962C8B-B14F-4D97-AF65-F5344CB8AC3E}">
        <p14:creationId xmlns:p14="http://schemas.microsoft.com/office/powerpoint/2010/main" val="3222155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93010-1A7F-C23D-C7A4-5AD525C74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B5BAF-F34B-B3BC-865A-9AA2DCEE1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E36AE-D9B5-7EF5-99AE-66ECC1EEAA2E}"/>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Here's the chapter's unifying insight: whether analyzing individual choices or societal production, we're using the same fundamental framework. Both the budget constraint and PPF illustrate scarcity (can't have everything), tradeoffs (more of one means less of another), and efficiency (choosing combinations wisely). The details differ—budget constraints are straight lines determined by fixed prices, while PPFs curve due to increasing opportunity cost—but the core logic is identical. This framework recurs throughout economics because scarcity, tradeoffs, and efficiency are universal. We'll use it to analyze international trade, environmental policy, inequality, and macroeconomic choices between consumption and investment. Don't let different labels confuse you—recognize the common pattern. Every time you see a downward-sloping frontier with two goods, you're seeing this fundamental insight: in a world of scarcity, every choice involves giving up something else. The labels change, but the logic remains constant.</a:t>
            </a:r>
            <a:endParaRPr lang="en-US" dirty="0"/>
          </a:p>
        </p:txBody>
      </p:sp>
      <p:sp>
        <p:nvSpPr>
          <p:cNvPr id="4" name="Slide Number Placeholder 3">
            <a:extLst>
              <a:ext uri="{FF2B5EF4-FFF2-40B4-BE49-F238E27FC236}">
                <a16:creationId xmlns:a16="http://schemas.microsoft.com/office/drawing/2014/main" id="{6330FC42-21EF-145D-96B7-D2DF9762E2CA}"/>
              </a:ext>
            </a:extLst>
          </p:cNvPr>
          <p:cNvSpPr>
            <a:spLocks noGrp="1"/>
          </p:cNvSpPr>
          <p:nvPr>
            <p:ph type="sldNum" sz="quarter" idx="5"/>
          </p:nvPr>
        </p:nvSpPr>
        <p:spPr/>
        <p:txBody>
          <a:bodyPr/>
          <a:lstStyle/>
          <a:p>
            <a:fld id="{346CF828-4A38-4848-8D20-9E83719741A2}" type="slidenum">
              <a:rPr lang="en-US" smtClean="0"/>
              <a:t>15</a:t>
            </a:fld>
            <a:endParaRPr lang="en-US"/>
          </a:p>
        </p:txBody>
      </p:sp>
    </p:spTree>
    <p:extLst>
      <p:ext uri="{BB962C8B-B14F-4D97-AF65-F5344CB8AC3E}">
        <p14:creationId xmlns:p14="http://schemas.microsoft.com/office/powerpoint/2010/main" val="830387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consolidate what we've learned. Every economic choice—whether by individuals or societies—begins with scarcity. This necessitates tradeoffs, which we measure using opportunity cost. Rather than making all-or-nothing choices, people use marginal analysis to evaluate incremental changes. Diminishing marginal utility explains why we seek balance and variety instead of consuming only one thing. The budget constraint formalizes individual choices given prices and income, while the PPF extends this logic to society's production choices. Efficiency has two dimensions: productive efficiency means using resources fully (producing on the frontier), while allocative efficiency means producing the combination society most prefers. Finally, objections to the economic approach can be addressed: economic models describe patterns accurately even when people don't consciously perform calculations, and self-interested behavior can coexist with altruism and create social benefits. This framework—scarcity, tradeoffs, and efficiency—provides a powerful lens for analyzing choices throughout economics.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16</a:t>
            </a:fld>
            <a:endParaRPr lang="en-US"/>
          </a:p>
        </p:txBody>
      </p:sp>
    </p:spTree>
    <p:extLst>
      <p:ext uri="{BB962C8B-B14F-4D97-AF65-F5344CB8AC3E}">
        <p14:creationId xmlns:p14="http://schemas.microsoft.com/office/powerpoint/2010/main" val="1860435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149275985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44462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92699336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3/25/2026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92231188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9069568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53064581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03974290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3/25/2026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4910251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3/25/2026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82533824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0456570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55724349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433764"/>
            <a:ext cx="6675120" cy="513762"/>
          </a:xfrm>
        </p:spPr>
        <p:txBody>
          <a:bodyPr anchor="t">
            <a:normAutofit/>
          </a:bodyPr>
          <a:lstStyle>
            <a:lvl1pPr algn="l">
              <a:defRPr sz="2400"/>
            </a:lvl1pPr>
          </a:lstStyle>
          <a:p>
            <a:r>
              <a:rPr lang="en-US" dirty="0"/>
              <a:t>Click to edit Master title style</a:t>
            </a:r>
          </a:p>
        </p:txBody>
      </p:sp>
    </p:spTree>
    <p:extLst>
      <p:ext uri="{BB962C8B-B14F-4D97-AF65-F5344CB8AC3E}">
        <p14:creationId xmlns:p14="http://schemas.microsoft.com/office/powerpoint/2010/main" val="27335186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253094"/>
            <a:ext cx="10515600" cy="620486"/>
          </a:xfrm>
        </p:spPr>
        <p:txBody>
          <a:bodyPr>
            <a:normAutofit/>
          </a:bodyPr>
          <a:lstStyle>
            <a:lvl1pPr>
              <a:defRPr sz="2800" b="0" strike="noStrike"/>
            </a:lvl1pPr>
          </a:lstStyle>
          <a:p>
            <a:r>
              <a:rPr lang="en-US" dirty="0"/>
              <a:t>Title</a:t>
            </a:r>
          </a:p>
        </p:txBody>
      </p:sp>
      <p:sp>
        <p:nvSpPr>
          <p:cNvPr id="3" name="Content Placeholder 2"/>
          <p:cNvSpPr>
            <a:spLocks noGrp="1"/>
          </p:cNvSpPr>
          <p:nvPr>
            <p:ph idx="1"/>
          </p:nvPr>
        </p:nvSpPr>
        <p:spPr>
          <a:xfrm>
            <a:off x="838200" y="955964"/>
            <a:ext cx="10515600" cy="37961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838200" y="6356350"/>
            <a:ext cx="9428018" cy="365125"/>
          </a:xfrm>
        </p:spPr>
        <p:txBody>
          <a:bodyPr/>
          <a:lstStyle/>
          <a:p>
            <a:endParaRPr lang="en-US"/>
          </a:p>
        </p:txBody>
      </p:sp>
      <p:sp>
        <p:nvSpPr>
          <p:cNvPr id="7" name="Content Placeholder 2"/>
          <p:cNvSpPr>
            <a:spLocks noGrp="1"/>
          </p:cNvSpPr>
          <p:nvPr>
            <p:ph idx="13" hasCustomPrompt="1"/>
          </p:nvPr>
        </p:nvSpPr>
        <p:spPr>
          <a:xfrm>
            <a:off x="838200" y="4918364"/>
            <a:ext cx="10515600" cy="1271731"/>
          </a:xfrm>
        </p:spPr>
        <p:txBody>
          <a:bodyPr>
            <a:normAutofit/>
          </a:bodyPr>
          <a:lstStyle>
            <a:lvl1pPr marL="0" indent="0">
              <a:buNone/>
              <a:defRPr sz="1600"/>
            </a:lvl1pPr>
          </a:lstStyle>
          <a:p>
            <a:pPr lvl="0"/>
            <a:r>
              <a:rPr lang="en-US" dirty="0"/>
              <a:t>Caption</a:t>
            </a:r>
          </a:p>
        </p:txBody>
      </p:sp>
    </p:spTree>
    <p:extLst>
      <p:ext uri="{BB962C8B-B14F-4D97-AF65-F5344CB8AC3E}">
        <p14:creationId xmlns:p14="http://schemas.microsoft.com/office/powerpoint/2010/main" val="2385766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a:ln>
            <a:solidFill>
              <a:schemeClr val="tx1"/>
            </a:solidFill>
          </a:ln>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3/25/2026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3053435293"/>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tx1"/>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7528" y="1032764"/>
            <a:ext cx="4308672" cy="1240653"/>
          </a:xfrm>
        </p:spPr>
        <p:txBody>
          <a:bodyPr anchor="b">
            <a:normAutofit/>
          </a:bodyPr>
          <a:lstStyle/>
          <a:p>
            <a:r>
              <a:rPr lang="en-US" sz="5400" dirty="0"/>
              <a:t>Chapter 2</a:t>
            </a:r>
          </a:p>
        </p:txBody>
      </p:sp>
      <p:sp>
        <p:nvSpPr>
          <p:cNvPr id="3" name="Subtitle 2">
            <a:extLst>
              <a:ext uri="{FF2B5EF4-FFF2-40B4-BE49-F238E27FC236}">
                <a16:creationId xmlns:a16="http://schemas.microsoft.com/office/drawing/2014/main" id="{046F5DC3-0C75-250B-266C-A3F19543BE11}"/>
              </a:ext>
            </a:extLst>
          </p:cNvPr>
          <p:cNvSpPr>
            <a:spLocks noGrp="1"/>
          </p:cNvSpPr>
          <p:nvPr>
            <p:ph type="subTitle" idx="4294967295"/>
          </p:nvPr>
        </p:nvSpPr>
        <p:spPr>
          <a:xfrm>
            <a:off x="7537528" y="2446987"/>
            <a:ext cx="4308475" cy="592428"/>
          </a:xfrm>
          <a:ln>
            <a:solidFill>
              <a:schemeClr val="tx1"/>
            </a:solidFill>
          </a:ln>
        </p:spPr>
        <p:txBody>
          <a:bodyPr anchor="t">
            <a:normAutofit/>
          </a:bodyPr>
          <a:lstStyle/>
          <a:p>
            <a:pPr marL="0" indent="0">
              <a:buNone/>
            </a:pPr>
            <a:r>
              <a:rPr lang="en-US" i="1" dirty="0"/>
              <a:t>Choice In A World Of Scarcity</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725078" y="383980"/>
            <a:ext cx="10515600" cy="666607"/>
          </a:xfrm>
        </p:spPr>
        <p:txBody>
          <a:bodyPr>
            <a:noAutofit/>
          </a:bodyPr>
          <a:lstStyle/>
          <a:p>
            <a:r>
              <a:rPr lang="en-US" dirty="0"/>
              <a:t>The Central Problem of Economics</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725078" y="1370744"/>
            <a:ext cx="10515600" cy="4530436"/>
          </a:xfrm>
          <a:ln>
            <a:solidFill>
              <a:schemeClr val="tx1"/>
            </a:solidFill>
          </a:ln>
        </p:spPr>
        <p:txBody>
          <a:bodyPr>
            <a:normAutofit/>
          </a:bodyPr>
          <a:lstStyle/>
          <a:p>
            <a:pPr marL="0" indent="0">
              <a:buNone/>
            </a:pPr>
            <a:r>
              <a:rPr lang="en-US" sz="2400" b="1" dirty="0"/>
              <a:t>SCARCITY FORCES CHOICES</a:t>
            </a:r>
            <a:endParaRPr lang="en-US" sz="2400" dirty="0"/>
          </a:p>
          <a:p>
            <a:pPr lvl="1"/>
            <a:r>
              <a:rPr lang="en-US" sz="2400" dirty="0"/>
              <a:t>Only 24 hours in a day</a:t>
            </a:r>
          </a:p>
          <a:p>
            <a:pPr lvl="1"/>
            <a:r>
              <a:rPr lang="en-US" sz="2400" dirty="0"/>
              <a:t>Limited income to spend</a:t>
            </a:r>
          </a:p>
          <a:p>
            <a:pPr lvl="1"/>
            <a:r>
              <a:rPr lang="en-US" sz="2400" dirty="0"/>
              <a:t>Finite resources for society</a:t>
            </a:r>
          </a:p>
          <a:p>
            <a:pPr marL="0" indent="0">
              <a:buNone/>
            </a:pPr>
            <a:endParaRPr lang="en-US" sz="2400" b="1" dirty="0"/>
          </a:p>
          <a:p>
            <a:pPr marL="0" indent="0">
              <a:buNone/>
            </a:pPr>
            <a:r>
              <a:rPr lang="en-US" sz="2400" b="1" dirty="0"/>
              <a:t>Key insight:</a:t>
            </a:r>
            <a:r>
              <a:rPr lang="en-US" sz="2400" dirty="0"/>
              <a:t> Choosing one thing means giving up another</a:t>
            </a:r>
          </a:p>
          <a:p>
            <a:pPr marL="0" indent="0">
              <a:buNone/>
            </a:pPr>
            <a:endParaRPr lang="en-US" sz="2400" dirty="0"/>
          </a:p>
          <a:p>
            <a:pPr marL="0" indent="0">
              <a:buNone/>
            </a:pPr>
            <a:r>
              <a:rPr lang="en-US" sz="2400" dirty="0"/>
              <a:t>"Scarcity of means to satisfy given ends is an almost ubiquitous condition of human nature." — Lionel Robbins (1932)</a:t>
            </a:r>
          </a:p>
          <a:p>
            <a:pPr marL="0" indent="0">
              <a:buNone/>
            </a:pPr>
            <a:endParaRPr lang="en-US" dirty="0"/>
          </a:p>
        </p:txBody>
      </p:sp>
      <p:pic>
        <p:nvPicPr>
          <p:cNvPr id="2" name="Picture 1">
            <a:extLst>
              <a:ext uri="{FF2B5EF4-FFF2-40B4-BE49-F238E27FC236}">
                <a16:creationId xmlns:a16="http://schemas.microsoft.com/office/drawing/2014/main" id="{C788AFC6-E9CE-9571-7D5C-5627358CE61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87006" y="1495012"/>
            <a:ext cx="3207416" cy="2140950"/>
          </a:xfrm>
          <a:prstGeom prst="rect">
            <a:avLst/>
          </a:prstGeom>
          <a:ln>
            <a:solidFill>
              <a:schemeClr val="tx1"/>
            </a:solidFill>
          </a:ln>
        </p:spPr>
      </p:pic>
    </p:spTree>
    <p:extLst>
      <p:ext uri="{BB962C8B-B14F-4D97-AF65-F5344CB8AC3E}">
        <p14:creationId xmlns:p14="http://schemas.microsoft.com/office/powerpoint/2010/main" val="3227060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4941-F3DA-D8D7-E441-A7053ED7DDA3}"/>
              </a:ext>
            </a:extLst>
          </p:cNvPr>
          <p:cNvSpPr>
            <a:spLocks noGrp="1"/>
          </p:cNvSpPr>
          <p:nvPr>
            <p:ph type="title"/>
          </p:nvPr>
        </p:nvSpPr>
        <p:spPr/>
        <p:txBody>
          <a:bodyPr>
            <a:noAutofit/>
          </a:bodyPr>
          <a:lstStyle/>
          <a:p>
            <a:r>
              <a:rPr lang="en-US" dirty="0"/>
              <a:t>The Budget Constraint</a:t>
            </a:r>
          </a:p>
        </p:txBody>
      </p:sp>
      <p:sp>
        <p:nvSpPr>
          <p:cNvPr id="3" name="Content Placeholder 2">
            <a:extLst>
              <a:ext uri="{FF2B5EF4-FFF2-40B4-BE49-F238E27FC236}">
                <a16:creationId xmlns:a16="http://schemas.microsoft.com/office/drawing/2014/main" id="{B11A7C10-E604-A866-188D-C14008734022}"/>
              </a:ext>
            </a:extLst>
          </p:cNvPr>
          <p:cNvSpPr>
            <a:spLocks noGrp="1"/>
          </p:cNvSpPr>
          <p:nvPr>
            <p:ph idx="1"/>
          </p:nvPr>
        </p:nvSpPr>
        <p:spPr>
          <a:xfrm>
            <a:off x="838200" y="955964"/>
            <a:ext cx="10515600" cy="4752505"/>
          </a:xfrm>
        </p:spPr>
        <p:txBody>
          <a:bodyPr>
            <a:normAutofit/>
          </a:bodyPr>
          <a:lstStyle/>
          <a:p>
            <a:pPr marL="0" indent="0">
              <a:buNone/>
            </a:pPr>
            <a:r>
              <a:rPr lang="en-US" sz="2400" b="1" dirty="0"/>
              <a:t>HOW INDIVIDUALS MAKE CHOICES</a:t>
            </a:r>
            <a:endParaRPr lang="en-US" sz="2400" dirty="0"/>
          </a:p>
          <a:p>
            <a:pPr marL="0" indent="0">
              <a:buNone/>
            </a:pPr>
            <a:r>
              <a:rPr lang="en-US" sz="2400" b="1" dirty="0"/>
              <a:t>Example: Alphonso's Weekly Budget</a:t>
            </a:r>
            <a:endParaRPr lang="en-US" sz="2400" dirty="0"/>
          </a:p>
          <a:p>
            <a:pPr lvl="1"/>
            <a:r>
              <a:rPr lang="en-US" sz="2400" dirty="0"/>
              <a:t>Income: $10/week</a:t>
            </a:r>
          </a:p>
          <a:p>
            <a:pPr lvl="1"/>
            <a:r>
              <a:rPr lang="en-US" sz="2400" dirty="0"/>
              <a:t>Burgers: $2 each</a:t>
            </a:r>
          </a:p>
          <a:p>
            <a:pPr lvl="1"/>
            <a:r>
              <a:rPr lang="en-US" sz="2400" dirty="0"/>
              <a:t>Bus tickets: $0.50 each</a:t>
            </a:r>
          </a:p>
          <a:p>
            <a:pPr marL="0" indent="0">
              <a:buNone/>
            </a:pPr>
            <a:endParaRPr lang="en-US" sz="2400" b="1" dirty="0"/>
          </a:p>
          <a:p>
            <a:pPr marL="0" indent="0">
              <a:buNone/>
            </a:pPr>
            <a:r>
              <a:rPr lang="en-US" sz="2400" b="1" dirty="0"/>
              <a:t>The Tradeoff:</a:t>
            </a:r>
          </a:p>
          <a:p>
            <a:r>
              <a:rPr lang="en-US" sz="2400" dirty="0"/>
              <a:t>Every burger costs 4 bus tickets</a:t>
            </a:r>
          </a:p>
          <a:p>
            <a:r>
              <a:rPr lang="en-US" sz="2400" dirty="0"/>
              <a:t>Every 4 bus tickets cost 1 burger</a:t>
            </a:r>
          </a:p>
          <a:p>
            <a:endParaRPr lang="en-US" dirty="0"/>
          </a:p>
        </p:txBody>
      </p:sp>
      <p:pic>
        <p:nvPicPr>
          <p:cNvPr id="4" name="Picture 3" descr="The Budget Constraint">
            <a:extLst>
              <a:ext uri="{FF2B5EF4-FFF2-40B4-BE49-F238E27FC236}">
                <a16:creationId xmlns:a16="http://schemas.microsoft.com/office/drawing/2014/main" id="{433E9DEC-2C8A-5B3C-7281-643FF80EA582}"/>
              </a:ext>
            </a:extLst>
          </p:cNvPr>
          <p:cNvPicPr>
            <a:picLocks noChangeAspect="1"/>
          </p:cNvPicPr>
          <p:nvPr/>
        </p:nvPicPr>
        <p:blipFill>
          <a:blip r:embed="rId3"/>
          <a:stretch>
            <a:fillRect/>
          </a:stretch>
        </p:blipFill>
        <p:spPr>
          <a:xfrm>
            <a:off x="6264946" y="2607290"/>
            <a:ext cx="4806291" cy="2787648"/>
          </a:xfrm>
          <a:prstGeom prst="rect">
            <a:avLst/>
          </a:prstGeom>
          <a:ln>
            <a:solidFill>
              <a:schemeClr val="tx1"/>
            </a:solidFill>
          </a:ln>
        </p:spPr>
      </p:pic>
    </p:spTree>
    <p:extLst>
      <p:ext uri="{BB962C8B-B14F-4D97-AF65-F5344CB8AC3E}">
        <p14:creationId xmlns:p14="http://schemas.microsoft.com/office/powerpoint/2010/main" val="2328337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715652" y="374553"/>
            <a:ext cx="10515600" cy="569030"/>
          </a:xfrm>
        </p:spPr>
        <p:txBody>
          <a:bodyPr>
            <a:noAutofit/>
          </a:bodyPr>
          <a:lstStyle/>
          <a:p>
            <a:r>
              <a:rPr lang="en-US" dirty="0"/>
              <a:t>Opportunity Cost</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715652" y="1323610"/>
            <a:ext cx="10515600" cy="5273133"/>
          </a:xfrm>
        </p:spPr>
        <p:txBody>
          <a:bodyPr>
            <a:normAutofit/>
          </a:bodyPr>
          <a:lstStyle/>
          <a:p>
            <a:pPr marL="0" indent="0">
              <a:buNone/>
            </a:pPr>
            <a:r>
              <a:rPr lang="en-US" sz="2000" b="1" dirty="0"/>
              <a:t>THE TRUE COST OF CHOICES</a:t>
            </a:r>
            <a:endParaRPr lang="en-US" sz="2000" dirty="0"/>
          </a:p>
          <a:p>
            <a:pPr marL="0" indent="0">
              <a:buNone/>
            </a:pPr>
            <a:r>
              <a:rPr lang="en-US" sz="2000" b="1" dirty="0"/>
              <a:t>Definition:</a:t>
            </a:r>
            <a:r>
              <a:rPr lang="en-US" sz="2000" dirty="0"/>
              <a:t> The value of the next best alternative given up</a:t>
            </a:r>
          </a:p>
          <a:p>
            <a:pPr marL="0" indent="0">
              <a:buNone/>
            </a:pPr>
            <a:endParaRPr lang="en-US" sz="2000" b="1" dirty="0"/>
          </a:p>
          <a:p>
            <a:pPr marL="0" indent="0">
              <a:buNone/>
            </a:pPr>
            <a:r>
              <a:rPr lang="en-US" sz="2000" b="1" dirty="0"/>
              <a:t>Real-World Examples:</a:t>
            </a:r>
            <a:endParaRPr lang="en-US" sz="2000" dirty="0"/>
          </a:p>
          <a:p>
            <a:pPr lvl="1"/>
            <a:r>
              <a:rPr lang="en-US" sz="2000" b="1" dirty="0"/>
              <a:t>College attendance</a:t>
            </a:r>
            <a:r>
              <a:rPr lang="en-US" sz="2000" dirty="0"/>
              <a:t> = tuition + lost earnings from not working</a:t>
            </a:r>
          </a:p>
          <a:p>
            <a:pPr lvl="1"/>
            <a:r>
              <a:rPr lang="en-US" sz="2000" b="1" dirty="0"/>
              <a:t>Airport security delays</a:t>
            </a:r>
            <a:r>
              <a:rPr lang="en-US" sz="2000" dirty="0"/>
              <a:t> = $8 billion/year in passenger waiting time</a:t>
            </a:r>
          </a:p>
          <a:p>
            <a:pPr lvl="1"/>
            <a:r>
              <a:rPr lang="en-US" sz="2000" b="1" dirty="0"/>
              <a:t>Daily $8 restaurant lunch</a:t>
            </a:r>
            <a:r>
              <a:rPr lang="en-US" sz="2000" dirty="0"/>
              <a:t> = $2,920/year (cost of a vacation)</a:t>
            </a:r>
          </a:p>
          <a:p>
            <a:pPr marL="0" indent="0">
              <a:buNone/>
            </a:pPr>
            <a:endParaRPr lang="en-US" sz="2000" b="1" dirty="0"/>
          </a:p>
          <a:p>
            <a:pPr marL="0" indent="0">
              <a:buNone/>
            </a:pPr>
            <a:r>
              <a:rPr lang="en-US" sz="2000" b="1" dirty="0"/>
              <a:t>Key principle:</a:t>
            </a:r>
            <a:r>
              <a:rPr lang="en-US" sz="2000" dirty="0"/>
              <a:t> Every choice has both visible and hidden costs</a:t>
            </a:r>
            <a:br>
              <a:rPr lang="en-US" sz="2400" dirty="0"/>
            </a:br>
            <a:endParaRPr lang="en-US" dirty="0"/>
          </a:p>
        </p:txBody>
      </p:sp>
    </p:spTree>
    <p:extLst>
      <p:ext uri="{BB962C8B-B14F-4D97-AF65-F5344CB8AC3E}">
        <p14:creationId xmlns:p14="http://schemas.microsoft.com/office/powerpoint/2010/main" val="3831852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743932" y="365125"/>
            <a:ext cx="10515600" cy="860560"/>
          </a:xfrm>
        </p:spPr>
        <p:txBody>
          <a:bodyPr>
            <a:noAutofit/>
          </a:bodyPr>
          <a:lstStyle/>
          <a:p>
            <a:r>
              <a:rPr lang="en-US" dirty="0"/>
              <a:t>Marginal Analysis</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743932" y="1420747"/>
            <a:ext cx="4415897" cy="5229382"/>
          </a:xfrm>
        </p:spPr>
        <p:txBody>
          <a:bodyPr>
            <a:normAutofit fontScale="92500"/>
          </a:bodyPr>
          <a:lstStyle/>
          <a:p>
            <a:pPr marL="0" indent="0">
              <a:buNone/>
            </a:pPr>
            <a:r>
              <a:rPr lang="en-US" sz="2400" b="1" dirty="0"/>
              <a:t>THINKING AT THE MARGIN</a:t>
            </a:r>
            <a:endParaRPr lang="en-US" sz="2400" dirty="0"/>
          </a:p>
          <a:p>
            <a:pPr marL="0" indent="0">
              <a:buNone/>
            </a:pPr>
            <a:r>
              <a:rPr lang="en-US" sz="2400" b="1" dirty="0"/>
              <a:t>Marginal Analysis</a:t>
            </a:r>
            <a:r>
              <a:rPr lang="en-US" sz="2400" dirty="0"/>
              <a:t> = Comparing benefits and costs of "a little more" or "a little less"</a:t>
            </a:r>
          </a:p>
          <a:p>
            <a:pPr marL="0" indent="0">
              <a:buNone/>
            </a:pPr>
            <a:endParaRPr lang="en-US" sz="2400" b="1" dirty="0"/>
          </a:p>
          <a:p>
            <a:pPr marL="0" indent="0">
              <a:buNone/>
            </a:pPr>
            <a:r>
              <a:rPr lang="en-US" sz="2400" b="1" dirty="0"/>
              <a:t>Not:</a:t>
            </a:r>
            <a:r>
              <a:rPr lang="en-US" sz="2400" dirty="0"/>
              <a:t> "Should I eat?" (all-or-nothing)</a:t>
            </a:r>
            <a:br>
              <a:rPr lang="en-US" sz="2400" dirty="0"/>
            </a:br>
            <a:r>
              <a:rPr lang="en-US" sz="2400" b="1" dirty="0"/>
              <a:t>But:</a:t>
            </a:r>
            <a:r>
              <a:rPr lang="en-US" sz="2400" dirty="0"/>
              <a:t> "Should I eat one more slice?" (incremental)</a:t>
            </a:r>
          </a:p>
          <a:p>
            <a:pPr marL="0" indent="0">
              <a:buNone/>
            </a:pPr>
            <a:endParaRPr lang="en-US" sz="2400" b="1" dirty="0"/>
          </a:p>
          <a:p>
            <a:pPr marL="0" indent="0">
              <a:buNone/>
            </a:pPr>
            <a:r>
              <a:rPr lang="en-US" sz="2400" b="1" dirty="0"/>
              <a:t>Application:</a:t>
            </a:r>
            <a:r>
              <a:rPr lang="en-US" sz="2400" dirty="0"/>
              <a:t> Alphonso doesn't choose all burgers or all bus tickets—he evaluates each additional unit</a:t>
            </a:r>
          </a:p>
          <a:p>
            <a:endParaRPr lang="en-US" dirty="0"/>
          </a:p>
        </p:txBody>
      </p:sp>
      <p:graphicFrame>
        <p:nvGraphicFramePr>
          <p:cNvPr id="32" name="Content Placeholder 5">
            <a:extLst>
              <a:ext uri="{FF2B5EF4-FFF2-40B4-BE49-F238E27FC236}">
                <a16:creationId xmlns:a16="http://schemas.microsoft.com/office/drawing/2014/main" id="{493758C4-6AFA-10B3-22DD-1CAE5F9ED7CB}"/>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4039728686"/>
              </p:ext>
            </p:extLst>
          </p:nvPr>
        </p:nvGraphicFramePr>
        <p:xfrm>
          <a:off x="5342707" y="1541417"/>
          <a:ext cx="6229291" cy="42001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8943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649664" y="365126"/>
            <a:ext cx="10515600" cy="636823"/>
          </a:xfrm>
        </p:spPr>
        <p:txBody>
          <a:bodyPr>
            <a:noAutofit/>
          </a:bodyPr>
          <a:lstStyle/>
          <a:p>
            <a:r>
              <a:rPr lang="en-US" dirty="0"/>
              <a:t>Law of Diminishing Marginal Utility</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649664" y="1427304"/>
            <a:ext cx="10515600" cy="5065570"/>
          </a:xfrm>
        </p:spPr>
        <p:txBody>
          <a:bodyPr>
            <a:normAutofit lnSpcReduction="10000"/>
          </a:bodyPr>
          <a:lstStyle/>
          <a:p>
            <a:pPr marL="0" indent="0">
              <a:buNone/>
            </a:pPr>
            <a:r>
              <a:rPr lang="en-US" sz="2400" b="1" dirty="0"/>
              <a:t>WHY WE DON'T CHOOSE "ALL OR NOTHING"</a:t>
            </a:r>
            <a:endParaRPr lang="en-US" sz="2400" dirty="0"/>
          </a:p>
          <a:p>
            <a:pPr marL="0" indent="0">
              <a:buNone/>
            </a:pPr>
            <a:r>
              <a:rPr lang="en-US" sz="2400" b="1" dirty="0"/>
              <a:t>Pattern:</a:t>
            </a:r>
            <a:r>
              <a:rPr lang="en-US" sz="2400" dirty="0"/>
              <a:t> As you consume more of something, each additional unit provides less satisfaction</a:t>
            </a:r>
          </a:p>
          <a:p>
            <a:endParaRPr lang="en-US" sz="2400" b="1" dirty="0"/>
          </a:p>
          <a:p>
            <a:endParaRPr lang="en-US" sz="2400" b="1" dirty="0"/>
          </a:p>
          <a:p>
            <a:pPr marL="0" indent="0">
              <a:buNone/>
            </a:pPr>
            <a:r>
              <a:rPr lang="en-US" sz="2400" b="1" dirty="0"/>
              <a:t>Examples:</a:t>
            </a:r>
            <a:endParaRPr lang="en-US" sz="2400" dirty="0"/>
          </a:p>
          <a:p>
            <a:pPr lvl="1"/>
            <a:r>
              <a:rPr lang="en-US" sz="2400" dirty="0"/>
              <a:t>1st slice of pizza &gt; 6th slice of pizza</a:t>
            </a:r>
          </a:p>
          <a:p>
            <a:pPr lvl="1"/>
            <a:r>
              <a:rPr lang="en-US" sz="2400" dirty="0"/>
              <a:t>1st hour of leisure &gt; 8th hour of leisure</a:t>
            </a:r>
          </a:p>
          <a:p>
            <a:pPr lvl="1"/>
            <a:r>
              <a:rPr lang="en-US" sz="2400" dirty="0"/>
              <a:t>1st bus ride (to job interview) &gt; 20th bus ride (killing time)</a:t>
            </a:r>
          </a:p>
          <a:p>
            <a:pPr marL="0" indent="0">
              <a:buNone/>
            </a:pPr>
            <a:endParaRPr lang="en-US" sz="2400" b="1" dirty="0"/>
          </a:p>
          <a:p>
            <a:pPr marL="0" indent="0">
              <a:buNone/>
            </a:pPr>
            <a:r>
              <a:rPr lang="en-US" sz="2400" b="1" dirty="0"/>
              <a:t>Result:</a:t>
            </a:r>
            <a:r>
              <a:rPr lang="en-US" sz="2400" dirty="0"/>
              <a:t> People seek variety and balance, not extremes</a:t>
            </a:r>
          </a:p>
          <a:p>
            <a:endParaRPr lang="en-US" dirty="0"/>
          </a:p>
        </p:txBody>
      </p:sp>
    </p:spTree>
    <p:extLst>
      <p:ext uri="{BB962C8B-B14F-4D97-AF65-F5344CB8AC3E}">
        <p14:creationId xmlns:p14="http://schemas.microsoft.com/office/powerpoint/2010/main" val="67856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659091" y="336846"/>
            <a:ext cx="10515600" cy="791563"/>
          </a:xfrm>
        </p:spPr>
        <p:txBody>
          <a:bodyPr>
            <a:normAutofit/>
          </a:bodyPr>
          <a:lstStyle/>
          <a:p>
            <a:r>
              <a:rPr lang="en-US" dirty="0"/>
              <a:t>Sunk Costs</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659091" y="1408450"/>
            <a:ext cx="7100246" cy="4935385"/>
          </a:xfrm>
        </p:spPr>
        <p:txBody>
          <a:bodyPr>
            <a:normAutofit fontScale="92500" lnSpcReduction="10000"/>
          </a:bodyPr>
          <a:lstStyle/>
          <a:p>
            <a:pPr marL="0" indent="0">
              <a:buNone/>
            </a:pPr>
            <a:r>
              <a:rPr lang="en-US" sz="2400" b="1" dirty="0"/>
              <a:t>FORGET THE PAST, FOCUS ON THE FUTURE !</a:t>
            </a:r>
            <a:endParaRPr lang="en-US" sz="2400" dirty="0"/>
          </a:p>
          <a:p>
            <a:pPr marL="0" indent="0">
              <a:buNone/>
            </a:pPr>
            <a:endParaRPr lang="en-US" sz="2400" b="1" dirty="0"/>
          </a:p>
          <a:p>
            <a:pPr marL="0" indent="0">
              <a:buNone/>
            </a:pPr>
            <a:r>
              <a:rPr lang="en-US" sz="2400" b="1" dirty="0"/>
              <a:t>Sunk Cost</a:t>
            </a:r>
            <a:r>
              <a:rPr lang="en-US" sz="2400" dirty="0"/>
              <a:t> = Money or time already spent that cannot be recovered</a:t>
            </a:r>
          </a:p>
          <a:p>
            <a:pPr marL="0" indent="0">
              <a:buNone/>
            </a:pPr>
            <a:endParaRPr lang="en-US" sz="2400" b="1" dirty="0"/>
          </a:p>
          <a:p>
            <a:pPr marL="0" indent="0">
              <a:buNone/>
            </a:pPr>
            <a:r>
              <a:rPr lang="en-US" sz="2400" b="1" dirty="0"/>
              <a:t>Example:</a:t>
            </a:r>
            <a:r>
              <a:rPr lang="en-US" sz="2400" dirty="0"/>
              <a:t> Selena pays $8 for a terrible movie</a:t>
            </a:r>
          </a:p>
          <a:p>
            <a:pPr lvl="1"/>
            <a:r>
              <a:rPr lang="en-US" sz="2400" b="1" dirty="0"/>
              <a:t>Staying:</a:t>
            </a:r>
            <a:r>
              <a:rPr lang="en-US" sz="2400" dirty="0"/>
              <a:t> "I paid for it, so I should watch it"</a:t>
            </a:r>
          </a:p>
          <a:p>
            <a:pPr lvl="1"/>
            <a:r>
              <a:rPr lang="en-US" sz="2400" b="1" dirty="0"/>
              <a:t>Leaving:</a:t>
            </a:r>
            <a:r>
              <a:rPr lang="en-US" sz="2400" dirty="0"/>
              <a:t> "The money's gone anyway—should I waste 90 more minutes?"</a:t>
            </a:r>
          </a:p>
          <a:p>
            <a:pPr marL="0" indent="0">
              <a:buNone/>
            </a:pPr>
            <a:endParaRPr lang="en-US" sz="2400" b="1" dirty="0"/>
          </a:p>
          <a:p>
            <a:pPr marL="0" indent="0">
              <a:buNone/>
            </a:pPr>
            <a:r>
              <a:rPr lang="en-US" sz="2400" b="1" dirty="0"/>
              <a:t>Rule:</a:t>
            </a:r>
            <a:r>
              <a:rPr lang="en-US" sz="2400" dirty="0"/>
              <a:t> Ignore sunk costs; make decisions based on future costs and benefits</a:t>
            </a:r>
          </a:p>
          <a:p>
            <a:pPr marL="0" indent="0">
              <a:buNone/>
            </a:pPr>
            <a:endParaRPr lang="en-US" dirty="0"/>
          </a:p>
        </p:txBody>
      </p:sp>
      <p:pic>
        <p:nvPicPr>
          <p:cNvPr id="2" name="Picture 2" descr="The Sunk Cost Fallacy (Cognitive Bias) : r/OCPD">
            <a:extLst>
              <a:ext uri="{FF2B5EF4-FFF2-40B4-BE49-F238E27FC236}">
                <a16:creationId xmlns:a16="http://schemas.microsoft.com/office/drawing/2014/main" id="{9E8A5911-17FC-8750-3AE0-F778961CE16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36992" y="1408450"/>
            <a:ext cx="3760459" cy="37604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602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630811" y="365125"/>
            <a:ext cx="10515600" cy="675735"/>
          </a:xfrm>
        </p:spPr>
        <p:txBody>
          <a:bodyPr>
            <a:noAutofit/>
          </a:bodyPr>
          <a:lstStyle/>
          <a:p>
            <a:r>
              <a:rPr lang="en-US" dirty="0"/>
              <a:t>The Production Possibilities Frontier (PPF)</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630811" y="1293779"/>
            <a:ext cx="5465189" cy="5231815"/>
          </a:xfrm>
        </p:spPr>
        <p:txBody>
          <a:bodyPr>
            <a:normAutofit/>
          </a:bodyPr>
          <a:lstStyle/>
          <a:p>
            <a:pPr marL="0" indent="0">
              <a:buNone/>
            </a:pPr>
            <a:r>
              <a:rPr lang="en-US" b="1" dirty="0"/>
              <a:t>SOCIETY'S BUDGET CONSTRAINT</a:t>
            </a:r>
            <a:endParaRPr lang="en-US" dirty="0"/>
          </a:p>
          <a:p>
            <a:pPr lvl="1"/>
            <a:r>
              <a:rPr lang="en-US" dirty="0"/>
              <a:t>Shows maximum combinations society can produce with available resources</a:t>
            </a:r>
          </a:p>
          <a:p>
            <a:pPr marL="0" indent="0">
              <a:buNone/>
            </a:pPr>
            <a:r>
              <a:rPr lang="en-US" b="1" dirty="0"/>
              <a:t>	</a:t>
            </a:r>
          </a:p>
          <a:p>
            <a:pPr marL="0" indent="0">
              <a:buNone/>
            </a:pPr>
            <a:r>
              <a:rPr lang="en-US" b="1" dirty="0"/>
              <a:t>Key Features:</a:t>
            </a:r>
            <a:endParaRPr lang="en-US" dirty="0"/>
          </a:p>
          <a:p>
            <a:pPr lvl="1"/>
            <a:r>
              <a:rPr lang="en-US" b="1" dirty="0"/>
              <a:t>Points ON the curve</a:t>
            </a:r>
            <a:r>
              <a:rPr lang="en-US" dirty="0"/>
              <a:t> = maximum possible production (efficient).   Points A, B C D, F</a:t>
            </a:r>
          </a:p>
          <a:p>
            <a:pPr lvl="1"/>
            <a:r>
              <a:rPr lang="en-US" b="1" dirty="0"/>
              <a:t>Points INSIDE</a:t>
            </a:r>
            <a:r>
              <a:rPr lang="en-US" dirty="0"/>
              <a:t> = underusing resources (inefficient)</a:t>
            </a:r>
          </a:p>
          <a:p>
            <a:pPr lvl="1"/>
            <a:r>
              <a:rPr lang="en-US" b="1" dirty="0"/>
              <a:t>Points OUTSIDE</a:t>
            </a:r>
            <a:r>
              <a:rPr lang="en-US" dirty="0"/>
              <a:t> = impossible with current resources</a:t>
            </a:r>
          </a:p>
          <a:p>
            <a:pPr lvl="1"/>
            <a:r>
              <a:rPr lang="en-US" b="1" dirty="0"/>
              <a:t>Shape:</a:t>
            </a:r>
            <a:r>
              <a:rPr lang="en-US" dirty="0"/>
              <a:t> Curved (bows out) due to </a:t>
            </a:r>
            <a:r>
              <a:rPr lang="en-US" i="1" u="sng" dirty="0"/>
              <a:t>law of increasing opportunity cost</a:t>
            </a:r>
          </a:p>
          <a:p>
            <a:endParaRPr lang="en-US" dirty="0"/>
          </a:p>
        </p:txBody>
      </p:sp>
      <p:pic>
        <p:nvPicPr>
          <p:cNvPr id="2" name="Picture 1">
            <a:extLst>
              <a:ext uri="{FF2B5EF4-FFF2-40B4-BE49-F238E27FC236}">
                <a16:creationId xmlns:a16="http://schemas.microsoft.com/office/drawing/2014/main" id="{B97ECE04-54C1-1C21-93A1-6736967F04F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356402" y="1293779"/>
            <a:ext cx="5204787" cy="3760459"/>
          </a:xfrm>
          <a:prstGeom prst="rect">
            <a:avLst/>
          </a:prstGeom>
          <a:ln>
            <a:solidFill>
              <a:schemeClr val="tx1"/>
            </a:solidFill>
          </a:ln>
        </p:spPr>
      </p:pic>
      <p:sp>
        <p:nvSpPr>
          <p:cNvPr id="3" name="TextBox 2">
            <a:extLst>
              <a:ext uri="{FF2B5EF4-FFF2-40B4-BE49-F238E27FC236}">
                <a16:creationId xmlns:a16="http://schemas.microsoft.com/office/drawing/2014/main" id="{6F5679B6-C448-29A9-9184-4E06B68604F0}"/>
              </a:ext>
            </a:extLst>
          </p:cNvPr>
          <p:cNvSpPr txBox="1"/>
          <p:nvPr/>
        </p:nvSpPr>
        <p:spPr>
          <a:xfrm rot="2398072">
            <a:off x="8276622" y="3613667"/>
            <a:ext cx="724878" cy="369332"/>
          </a:xfrm>
          <a:prstGeom prst="rect">
            <a:avLst/>
          </a:prstGeom>
          <a:noFill/>
          <a:ln>
            <a:solidFill>
              <a:schemeClr val="tx1"/>
            </a:solidFill>
          </a:ln>
        </p:spPr>
        <p:txBody>
          <a:bodyPr wrap="none" rtlCol="0">
            <a:spAutoFit/>
          </a:bodyPr>
          <a:lstStyle/>
          <a:p>
            <a:r>
              <a:rPr lang="en-US" dirty="0"/>
              <a:t>Inside</a:t>
            </a:r>
          </a:p>
        </p:txBody>
      </p:sp>
      <p:sp>
        <p:nvSpPr>
          <p:cNvPr id="8" name="TextBox 7">
            <a:extLst>
              <a:ext uri="{FF2B5EF4-FFF2-40B4-BE49-F238E27FC236}">
                <a16:creationId xmlns:a16="http://schemas.microsoft.com/office/drawing/2014/main" id="{75D577DE-A919-3CAB-6A64-97C2DA51FD44}"/>
              </a:ext>
            </a:extLst>
          </p:cNvPr>
          <p:cNvSpPr txBox="1"/>
          <p:nvPr/>
        </p:nvSpPr>
        <p:spPr>
          <a:xfrm rot="2398072">
            <a:off x="9342928" y="2420592"/>
            <a:ext cx="934871" cy="369332"/>
          </a:xfrm>
          <a:prstGeom prst="rect">
            <a:avLst/>
          </a:prstGeom>
          <a:noFill/>
          <a:ln>
            <a:solidFill>
              <a:schemeClr val="tx1"/>
            </a:solidFill>
          </a:ln>
        </p:spPr>
        <p:txBody>
          <a:bodyPr wrap="none" rtlCol="0">
            <a:spAutoFit/>
          </a:bodyPr>
          <a:lstStyle/>
          <a:p>
            <a:r>
              <a:rPr lang="en-US" dirty="0"/>
              <a:t>Outside</a:t>
            </a:r>
          </a:p>
        </p:txBody>
      </p:sp>
    </p:spTree>
    <p:extLst>
      <p:ext uri="{BB962C8B-B14F-4D97-AF65-F5344CB8AC3E}">
        <p14:creationId xmlns:p14="http://schemas.microsoft.com/office/powerpoint/2010/main" val="442579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630810" y="355699"/>
            <a:ext cx="10515600" cy="908897"/>
          </a:xfrm>
        </p:spPr>
        <p:txBody>
          <a:bodyPr>
            <a:noAutofit/>
          </a:bodyPr>
          <a:lstStyle/>
          <a:p>
            <a:r>
              <a:rPr lang="en-US" dirty="0"/>
              <a:t>Law of Increasing Opportunity Cost</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734505" y="1361316"/>
            <a:ext cx="10515600" cy="4817819"/>
          </a:xfrm>
        </p:spPr>
        <p:txBody>
          <a:bodyPr>
            <a:normAutofit/>
          </a:bodyPr>
          <a:lstStyle/>
          <a:p>
            <a:pPr marL="0" indent="0">
              <a:buNone/>
            </a:pPr>
            <a:r>
              <a:rPr lang="en-US" sz="2400" b="1" dirty="0"/>
              <a:t>WHY THE PPF CURVES OUTWARD</a:t>
            </a:r>
            <a:endParaRPr lang="en-US" sz="2400" dirty="0"/>
          </a:p>
          <a:p>
            <a:pPr marL="0" indent="0">
              <a:buNone/>
            </a:pPr>
            <a:r>
              <a:rPr lang="en-US" sz="2400" b="1" dirty="0"/>
              <a:t>The Pattern:</a:t>
            </a:r>
          </a:p>
          <a:p>
            <a:pPr lvl="1"/>
            <a:r>
              <a:rPr lang="en-US" sz="2400" dirty="0"/>
              <a:t>Moving from education → healthcare: First resources shifted provide large healthcare gains for small education losses</a:t>
            </a:r>
          </a:p>
          <a:p>
            <a:pPr lvl="1"/>
            <a:r>
              <a:rPr lang="en-US" sz="2400" dirty="0"/>
              <a:t>Moving from healthcare → education: Last resources shifted provide small education gains for large healthcare losses</a:t>
            </a:r>
          </a:p>
          <a:p>
            <a:pPr marL="0" indent="0">
              <a:buNone/>
            </a:pPr>
            <a:endParaRPr lang="en-US" sz="2400" b="1" dirty="0"/>
          </a:p>
          <a:p>
            <a:pPr marL="0" indent="0">
              <a:buNone/>
            </a:pPr>
            <a:r>
              <a:rPr lang="en-US" sz="2400" b="1" dirty="0"/>
              <a:t>Real-world analogy:</a:t>
            </a:r>
          </a:p>
          <a:p>
            <a:r>
              <a:rPr lang="en-US" sz="2400" dirty="0"/>
              <a:t>Last few doctors becoming teachers vs. first few doctors becoming teachers</a:t>
            </a:r>
            <a:br>
              <a:rPr lang="en-US" dirty="0"/>
            </a:br>
            <a:endParaRPr lang="en-US" dirty="0"/>
          </a:p>
        </p:txBody>
      </p:sp>
    </p:spTree>
    <p:extLst>
      <p:ext uri="{BB962C8B-B14F-4D97-AF65-F5344CB8AC3E}">
        <p14:creationId xmlns:p14="http://schemas.microsoft.com/office/powerpoint/2010/main" val="2785958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582472" y="287304"/>
            <a:ext cx="10515600" cy="773011"/>
          </a:xfrm>
        </p:spPr>
        <p:txBody>
          <a:bodyPr>
            <a:normAutofit/>
          </a:bodyPr>
          <a:lstStyle/>
          <a:p>
            <a:r>
              <a:rPr lang="en-US" dirty="0"/>
              <a:t>Productive vs. Allocative Efficiency</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582472" y="1245140"/>
            <a:ext cx="10771328" cy="5250637"/>
          </a:xfrm>
        </p:spPr>
        <p:txBody>
          <a:bodyPr>
            <a:normAutofit/>
          </a:bodyPr>
          <a:lstStyle/>
          <a:p>
            <a:pPr marL="0" indent="0">
              <a:buNone/>
            </a:pPr>
            <a:r>
              <a:rPr lang="en-US" b="1" dirty="0"/>
              <a:t>TWO TYPES OF EFFICIENCY</a:t>
            </a:r>
            <a:endParaRPr lang="en-US" dirty="0"/>
          </a:p>
          <a:p>
            <a:pPr marL="0" indent="0">
              <a:buNone/>
            </a:pPr>
            <a:endParaRPr lang="en-US" b="1" dirty="0"/>
          </a:p>
          <a:p>
            <a:pPr marL="0" indent="0">
              <a:buNone/>
            </a:pPr>
            <a:r>
              <a:rPr lang="en-US" b="1" dirty="0"/>
              <a:t>Productive Efficiency:</a:t>
            </a:r>
            <a:endParaRPr lang="en-US" dirty="0"/>
          </a:p>
          <a:p>
            <a:pPr lvl="1"/>
            <a:r>
              <a:rPr lang="en-US" dirty="0"/>
              <a:t>Producing on the PPF</a:t>
            </a:r>
          </a:p>
          <a:p>
            <a:pPr lvl="1"/>
            <a:r>
              <a:rPr lang="en-US" dirty="0"/>
              <a:t>Can't make more of one good without less of another</a:t>
            </a:r>
          </a:p>
          <a:p>
            <a:pPr lvl="1"/>
            <a:r>
              <a:rPr lang="en-US" b="1" dirty="0"/>
              <a:t>Question:</a:t>
            </a:r>
            <a:r>
              <a:rPr lang="en-US" dirty="0"/>
              <a:t> "Are we using resources fully?"</a:t>
            </a:r>
          </a:p>
          <a:p>
            <a:pPr marL="0" indent="0">
              <a:buNone/>
            </a:pPr>
            <a:endParaRPr lang="en-US" b="1" dirty="0"/>
          </a:p>
          <a:p>
            <a:pPr marL="0" indent="0">
              <a:buNone/>
            </a:pPr>
            <a:r>
              <a:rPr lang="en-US" b="1" dirty="0"/>
              <a:t>Allocative Efficiency:</a:t>
            </a:r>
            <a:endParaRPr lang="en-US" dirty="0"/>
          </a:p>
          <a:p>
            <a:pPr lvl="1"/>
            <a:r>
              <a:rPr lang="en-US" dirty="0"/>
              <a:t>Producing the "right" combination on the PPF</a:t>
            </a:r>
          </a:p>
          <a:p>
            <a:pPr lvl="1"/>
            <a:r>
              <a:rPr lang="en-US" dirty="0"/>
              <a:t>The combination society most prefers</a:t>
            </a:r>
          </a:p>
          <a:p>
            <a:pPr lvl="1"/>
            <a:r>
              <a:rPr lang="en-US" b="1" dirty="0"/>
              <a:t>Question:</a:t>
            </a:r>
            <a:r>
              <a:rPr lang="en-US" dirty="0"/>
              <a:t> "Are we producing what people actually want?"</a:t>
            </a:r>
          </a:p>
          <a:p>
            <a:pPr marL="0" indent="0">
              <a:buNone/>
            </a:pPr>
            <a:endParaRPr lang="en-US" dirty="0"/>
          </a:p>
        </p:txBody>
      </p:sp>
    </p:spTree>
    <p:extLst>
      <p:ext uri="{BB962C8B-B14F-4D97-AF65-F5344CB8AC3E}">
        <p14:creationId xmlns:p14="http://schemas.microsoft.com/office/powerpoint/2010/main" val="800195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583676" y="346272"/>
            <a:ext cx="10515600" cy="723771"/>
          </a:xfrm>
        </p:spPr>
        <p:txBody>
          <a:bodyPr>
            <a:noAutofit/>
          </a:bodyPr>
          <a:lstStyle/>
          <a:p>
            <a:r>
              <a:rPr lang="en-US" b="1" dirty="0"/>
              <a:t>Comparative Advantage</a:t>
            </a:r>
            <a:endParaRPr lang="en-US" dirty="0"/>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715652" y="1417877"/>
            <a:ext cx="4927502" cy="5093851"/>
          </a:xfrm>
        </p:spPr>
        <p:txBody>
          <a:bodyPr>
            <a:normAutofit fontScale="62500" lnSpcReduction="20000"/>
          </a:bodyPr>
          <a:lstStyle/>
          <a:p>
            <a:pPr marL="0" indent="0">
              <a:buNone/>
            </a:pPr>
            <a:r>
              <a:rPr lang="en-US" sz="2800" b="1" dirty="0"/>
              <a:t>SPECIALIZATION AND TRADE</a:t>
            </a:r>
            <a:endParaRPr lang="en-US" sz="2800" dirty="0"/>
          </a:p>
          <a:p>
            <a:pPr marL="0" indent="0">
              <a:buNone/>
            </a:pPr>
            <a:r>
              <a:rPr lang="en-US" sz="2800" b="1" dirty="0"/>
              <a:t>Comparative Advantage:</a:t>
            </a:r>
            <a:r>
              <a:rPr lang="en-US" sz="2800" dirty="0"/>
              <a:t> Producing goods at lower opportunity cost than others</a:t>
            </a:r>
          </a:p>
          <a:p>
            <a:pPr marL="0" indent="0">
              <a:buNone/>
            </a:pPr>
            <a:endParaRPr lang="en-US" sz="2800" b="1" dirty="0"/>
          </a:p>
          <a:p>
            <a:pPr marL="0" indent="0">
              <a:buNone/>
            </a:pPr>
            <a:r>
              <a:rPr lang="en-US" sz="2800" b="1" dirty="0"/>
              <a:t>Example: US vs. Brazil</a:t>
            </a:r>
            <a:endParaRPr lang="en-US" sz="2800" dirty="0"/>
          </a:p>
          <a:p>
            <a:pPr lvl="1"/>
            <a:r>
              <a:rPr lang="en-US" sz="2800" b="1" dirty="0"/>
              <a:t>Brazil:</a:t>
            </a:r>
            <a:r>
              <a:rPr lang="en-US" sz="2800" dirty="0"/>
              <a:t> Low opportunity cost for sugar cane (great climate)</a:t>
            </a:r>
          </a:p>
          <a:p>
            <a:pPr lvl="1"/>
            <a:r>
              <a:rPr lang="en-US" sz="2800" b="1" dirty="0"/>
              <a:t>US:</a:t>
            </a:r>
            <a:r>
              <a:rPr lang="en-US" sz="2800" dirty="0"/>
              <a:t> Low opportunity cost for wheat (different climate)</a:t>
            </a:r>
          </a:p>
          <a:p>
            <a:pPr marL="0" indent="0">
              <a:buNone/>
            </a:pPr>
            <a:endParaRPr lang="en-US" sz="2800" b="1" dirty="0"/>
          </a:p>
          <a:p>
            <a:pPr marL="0" indent="0">
              <a:buNone/>
            </a:pPr>
            <a:r>
              <a:rPr lang="en-US" sz="2800" b="1" dirty="0"/>
              <a:t>Result:</a:t>
            </a:r>
            <a:r>
              <a:rPr lang="en-US" sz="2800" dirty="0"/>
              <a:t> Each country specializes in what it does relatively best, then trades</a:t>
            </a:r>
          </a:p>
          <a:p>
            <a:pPr marL="0" indent="0">
              <a:buNone/>
            </a:pPr>
            <a:endParaRPr lang="en-US" sz="2800" b="1" dirty="0"/>
          </a:p>
          <a:p>
            <a:pPr marL="0" indent="0">
              <a:buNone/>
            </a:pPr>
            <a:r>
              <a:rPr lang="en-US" sz="2800" b="1" dirty="0"/>
              <a:t>Key insight:</a:t>
            </a:r>
            <a:r>
              <a:rPr lang="en-US" sz="2800" dirty="0"/>
              <a:t> Both countries benefit from specialization + trade</a:t>
            </a:r>
          </a:p>
          <a:p>
            <a:pPr marL="228600" lvl="1" indent="0">
              <a:buNone/>
            </a:pPr>
            <a:br>
              <a:rPr lang="en-US" sz="2200" dirty="0"/>
            </a:br>
            <a:endParaRPr lang="en-US" dirty="0"/>
          </a:p>
        </p:txBody>
      </p:sp>
      <p:graphicFrame>
        <p:nvGraphicFramePr>
          <p:cNvPr id="2" name="Content Placeholder 2">
            <a:extLst>
              <a:ext uri="{FF2B5EF4-FFF2-40B4-BE49-F238E27FC236}">
                <a16:creationId xmlns:a16="http://schemas.microsoft.com/office/drawing/2014/main" id="{C47348D7-400A-CFA3-151D-90F595CCDE4C}"/>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2544260959"/>
              </p:ext>
            </p:extLst>
          </p:nvPr>
        </p:nvGraphicFramePr>
        <p:xfrm>
          <a:off x="5841476" y="1763484"/>
          <a:ext cx="5876594" cy="4030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9933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677945" y="374553"/>
            <a:ext cx="10515600" cy="831677"/>
          </a:xfrm>
        </p:spPr>
        <p:txBody>
          <a:bodyPr>
            <a:normAutofit/>
          </a:bodyPr>
          <a:lstStyle/>
          <a:p>
            <a:r>
              <a:rPr lang="en-US" dirty="0"/>
              <a:t>Objection 1 - People Don't Really Act This Way</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677945" y="1333036"/>
            <a:ext cx="10515600" cy="4523015"/>
          </a:xfrm>
        </p:spPr>
        <p:txBody>
          <a:bodyPr>
            <a:normAutofit fontScale="92500" lnSpcReduction="10000"/>
          </a:bodyPr>
          <a:lstStyle/>
          <a:p>
            <a:pPr marL="0" indent="0">
              <a:buNone/>
            </a:pPr>
            <a:r>
              <a:rPr lang="en-US" sz="2400" b="1" dirty="0"/>
              <a:t>THE "UNREALISTIC" CRITIQUE</a:t>
            </a:r>
            <a:endParaRPr lang="en-US" sz="2400" dirty="0"/>
          </a:p>
          <a:p>
            <a:endParaRPr lang="en-US" sz="2400" b="1" dirty="0"/>
          </a:p>
          <a:p>
            <a:pPr marL="0" indent="0">
              <a:buNone/>
            </a:pPr>
            <a:r>
              <a:rPr lang="en-US" sz="2400" b="1" dirty="0"/>
              <a:t>Objection:</a:t>
            </a:r>
            <a:r>
              <a:rPr lang="en-US" sz="2400" dirty="0"/>
              <a:t> People don't draw budget constraints or calculate opportunity costs before every decision</a:t>
            </a:r>
          </a:p>
          <a:p>
            <a:pPr marL="0" indent="0">
              <a:buNone/>
            </a:pPr>
            <a:r>
              <a:rPr lang="en-US" sz="2400" b="1" dirty="0"/>
              <a:t>Response: The Basketball Pass Analogy</a:t>
            </a:r>
            <a:endParaRPr lang="en-US" sz="2400" dirty="0"/>
          </a:p>
          <a:p>
            <a:pPr lvl="1"/>
            <a:r>
              <a:rPr lang="en-US" sz="2400" dirty="0"/>
              <a:t>Physicist can calculate the perfect pass trajectory</a:t>
            </a:r>
          </a:p>
          <a:p>
            <a:pPr lvl="1"/>
            <a:r>
              <a:rPr lang="en-US" sz="2400" dirty="0"/>
              <a:t>Good players throw accurate passes without calculations</a:t>
            </a:r>
          </a:p>
          <a:p>
            <a:pPr lvl="1"/>
            <a:r>
              <a:rPr lang="en-US" sz="2400" b="1" dirty="0"/>
              <a:t>Both descriptions are valid!</a:t>
            </a:r>
            <a:endParaRPr lang="en-US" sz="2400" dirty="0"/>
          </a:p>
          <a:p>
            <a:pPr marL="0" indent="0">
              <a:buNone/>
            </a:pPr>
            <a:endParaRPr lang="en-US" sz="2400" b="1" dirty="0"/>
          </a:p>
          <a:p>
            <a:pPr marL="0" indent="0">
              <a:buNone/>
            </a:pPr>
            <a:r>
              <a:rPr lang="en-US" sz="2400" b="1" dirty="0"/>
              <a:t>Economic models</a:t>
            </a:r>
            <a:r>
              <a:rPr lang="en-US" sz="2400" dirty="0"/>
              <a:t> describe patterns of behavior, not conscious calculations</a:t>
            </a:r>
            <a:br>
              <a:rPr lang="en-US" sz="2400" dirty="0"/>
            </a:br>
            <a:endParaRPr lang="en-US" dirty="0"/>
          </a:p>
        </p:txBody>
      </p:sp>
    </p:spTree>
    <p:extLst>
      <p:ext uri="{BB962C8B-B14F-4D97-AF65-F5344CB8AC3E}">
        <p14:creationId xmlns:p14="http://schemas.microsoft.com/office/powerpoint/2010/main" val="2182262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640237" y="365126"/>
            <a:ext cx="10515600" cy="928653"/>
          </a:xfrm>
        </p:spPr>
        <p:txBody>
          <a:bodyPr>
            <a:normAutofit/>
          </a:bodyPr>
          <a:lstStyle/>
          <a:p>
            <a:r>
              <a:rPr lang="en-US" dirty="0"/>
              <a:t>Objection 2 - People Shouldn't Act This Way</a:t>
            </a:r>
          </a:p>
        </p:txBody>
      </p:sp>
      <p:sp>
        <p:nvSpPr>
          <p:cNvPr id="7" name="Content Placeholder 6">
            <a:extLst>
              <a:ext uri="{FF2B5EF4-FFF2-40B4-BE49-F238E27FC236}">
                <a16:creationId xmlns:a16="http://schemas.microsoft.com/office/drawing/2014/main" id="{28866545-7087-FCCF-A3DD-4028291BC477}"/>
              </a:ext>
            </a:extLst>
          </p:cNvPr>
          <p:cNvSpPr>
            <a:spLocks noGrp="1"/>
          </p:cNvSpPr>
          <p:nvPr>
            <p:ph idx="1"/>
          </p:nvPr>
        </p:nvSpPr>
        <p:spPr>
          <a:xfrm>
            <a:off x="640237" y="1615840"/>
            <a:ext cx="10515600" cy="4758834"/>
          </a:xfrm>
        </p:spPr>
        <p:txBody>
          <a:bodyPr>
            <a:normAutofit fontScale="92500"/>
          </a:bodyPr>
          <a:lstStyle/>
          <a:p>
            <a:pPr marL="0" indent="0">
              <a:buNone/>
            </a:pPr>
            <a:r>
              <a:rPr lang="en-US" sz="2400" b="1" dirty="0"/>
              <a:t>THE "SELFISH" CRITIQUE</a:t>
            </a:r>
            <a:endParaRPr lang="en-US" sz="2400" dirty="0"/>
          </a:p>
          <a:p>
            <a:endParaRPr lang="en-US" sz="2400" b="1" dirty="0"/>
          </a:p>
          <a:p>
            <a:pPr marL="0" indent="0">
              <a:buNone/>
            </a:pPr>
            <a:r>
              <a:rPr lang="en-US" sz="2400" b="1" dirty="0"/>
              <a:t>Objection:</a:t>
            </a:r>
            <a:r>
              <a:rPr lang="en-US" sz="2400" dirty="0"/>
              <a:t> Economics assumes people are selfishly motivated</a:t>
            </a:r>
          </a:p>
          <a:p>
            <a:pPr marL="0" indent="0">
              <a:buNone/>
            </a:pPr>
            <a:r>
              <a:rPr lang="en-US" sz="2400" b="1" dirty="0"/>
              <a:t>Responses:</a:t>
            </a:r>
            <a:endParaRPr lang="en-US" sz="2400" dirty="0"/>
          </a:p>
          <a:p>
            <a:pPr marL="571500" lvl="1" indent="-342900">
              <a:buFont typeface="+mj-lt"/>
              <a:buAutoNum type="arabicPeriod"/>
            </a:pPr>
            <a:r>
              <a:rPr lang="en-US" sz="2400" b="1" dirty="0"/>
              <a:t>Economics is positive, not normative</a:t>
            </a:r>
            <a:r>
              <a:rPr lang="en-US" sz="2400" dirty="0"/>
              <a:t> — describes what </a:t>
            </a:r>
            <a:r>
              <a:rPr lang="en-US" sz="2400" i="1" dirty="0"/>
              <a:t>is</a:t>
            </a:r>
            <a:r>
              <a:rPr lang="en-US" sz="2400" dirty="0"/>
              <a:t>, not what </a:t>
            </a:r>
            <a:r>
              <a:rPr lang="en-US" sz="2400" i="1" dirty="0"/>
              <a:t>should be</a:t>
            </a:r>
            <a:endParaRPr lang="en-US" sz="2400" dirty="0"/>
          </a:p>
          <a:p>
            <a:pPr marL="571500" lvl="1" indent="-342900">
              <a:buFont typeface="+mj-lt"/>
              <a:buAutoNum type="arabicPeriod"/>
            </a:pPr>
            <a:r>
              <a:rPr lang="en-US" sz="2400" b="1" dirty="0"/>
              <a:t>Self-interest includes altruism</a:t>
            </a:r>
            <a:r>
              <a:rPr lang="en-US" sz="2400" dirty="0"/>
              <a:t> — Adam Smith: people care about "the fortune of others"</a:t>
            </a:r>
          </a:p>
          <a:p>
            <a:pPr marL="571500" lvl="1" indent="-342900">
              <a:buFont typeface="+mj-lt"/>
              <a:buAutoNum type="arabicPeriod"/>
            </a:pPr>
            <a:r>
              <a:rPr lang="en-US" sz="2400" b="1" dirty="0"/>
              <a:t>Self-interest = freedom</a:t>
            </a:r>
            <a:r>
              <a:rPr lang="en-US" sz="2400" dirty="0"/>
              <a:t> — people should make their own choices</a:t>
            </a:r>
          </a:p>
          <a:p>
            <a:pPr marL="571500" lvl="1" indent="-342900">
              <a:buFont typeface="+mj-lt"/>
              <a:buAutoNum type="arabicPeriod"/>
            </a:pPr>
            <a:r>
              <a:rPr lang="en-US" sz="2400" b="1" dirty="0"/>
              <a:t>Invisible hand</a:t>
            </a:r>
            <a:r>
              <a:rPr lang="en-US" sz="2400" dirty="0"/>
              <a:t> — pursuing self-interest often creates social benefits</a:t>
            </a:r>
          </a:p>
          <a:p>
            <a:pPr marL="0" indent="0">
              <a:buNone/>
            </a:pPr>
            <a:br>
              <a:rPr lang="en-US" sz="2400" dirty="0"/>
            </a:br>
            <a:endParaRPr lang="en-US" dirty="0"/>
          </a:p>
        </p:txBody>
      </p:sp>
    </p:spTree>
    <p:extLst>
      <p:ext uri="{BB962C8B-B14F-4D97-AF65-F5344CB8AC3E}">
        <p14:creationId xmlns:p14="http://schemas.microsoft.com/office/powerpoint/2010/main" val="429486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7E9548-4905-7A26-4E13-2D3A869ECA4C}"/>
              </a:ext>
            </a:extLst>
          </p:cNvPr>
          <p:cNvSpPr>
            <a:spLocks noGrp="1"/>
          </p:cNvSpPr>
          <p:nvPr>
            <p:ph type="title"/>
          </p:nvPr>
        </p:nvSpPr>
        <p:spPr>
          <a:xfrm>
            <a:off x="611248" y="379077"/>
            <a:ext cx="10515600" cy="603417"/>
          </a:xfrm>
        </p:spPr>
        <p:txBody>
          <a:bodyPr>
            <a:noAutofit/>
          </a:bodyPr>
          <a:lstStyle/>
          <a:p>
            <a:r>
              <a:rPr lang="en-US" dirty="0"/>
              <a:t>Positive vs. Normative Statements</a:t>
            </a:r>
          </a:p>
        </p:txBody>
      </p:sp>
      <p:sp>
        <p:nvSpPr>
          <p:cNvPr id="8" name="Content Placeholder 7">
            <a:extLst>
              <a:ext uri="{FF2B5EF4-FFF2-40B4-BE49-F238E27FC236}">
                <a16:creationId xmlns:a16="http://schemas.microsoft.com/office/drawing/2014/main" id="{E4AB994A-740F-62EB-342F-2455E13C0AF3}"/>
              </a:ext>
            </a:extLst>
          </p:cNvPr>
          <p:cNvSpPr>
            <a:spLocks noGrp="1"/>
          </p:cNvSpPr>
          <p:nvPr>
            <p:ph idx="1"/>
          </p:nvPr>
        </p:nvSpPr>
        <p:spPr>
          <a:xfrm>
            <a:off x="611248" y="1334123"/>
            <a:ext cx="11339142" cy="5321201"/>
          </a:xfrm>
        </p:spPr>
        <p:txBody>
          <a:bodyPr>
            <a:normAutofit/>
          </a:bodyPr>
          <a:lstStyle/>
          <a:p>
            <a:pPr marL="0" indent="0">
              <a:buNone/>
            </a:pPr>
            <a:r>
              <a:rPr lang="en-US" sz="2400" b="1" dirty="0"/>
              <a:t>FACTS  VS. OPINIONS</a:t>
            </a:r>
            <a:endParaRPr lang="en-US" sz="2400" dirty="0"/>
          </a:p>
          <a:p>
            <a:pPr marL="0" indent="0">
              <a:buNone/>
            </a:pPr>
            <a:r>
              <a:rPr lang="en-US" sz="2400" b="1" dirty="0"/>
              <a:t>Positive Statements</a:t>
            </a:r>
            <a:r>
              <a:rPr lang="en-US" sz="2400" dirty="0"/>
              <a:t> (Factual — can be tested):</a:t>
            </a:r>
          </a:p>
          <a:p>
            <a:pPr lvl="1"/>
            <a:r>
              <a:rPr lang="en-US" sz="2400" dirty="0"/>
              <a:t>"Raising the minimum wage to $15/hour will reduce employment by 2%"</a:t>
            </a:r>
          </a:p>
          <a:p>
            <a:pPr lvl="1"/>
            <a:r>
              <a:rPr lang="en-US" sz="2400" dirty="0"/>
              <a:t>"People with college degrees earn 67% more than high school graduates"</a:t>
            </a:r>
          </a:p>
          <a:p>
            <a:pPr marL="0" indent="0">
              <a:buNone/>
            </a:pPr>
            <a:endParaRPr lang="en-US" sz="2400" b="1" dirty="0"/>
          </a:p>
          <a:p>
            <a:pPr marL="0" indent="0">
              <a:buNone/>
            </a:pPr>
            <a:r>
              <a:rPr lang="en-US" sz="2400" b="1" dirty="0"/>
              <a:t>Normative Statements</a:t>
            </a:r>
            <a:r>
              <a:rPr lang="en-US" sz="2400" dirty="0"/>
              <a:t> (Opinion — based on values):</a:t>
            </a:r>
          </a:p>
          <a:p>
            <a:pPr lvl="1"/>
            <a:r>
              <a:rPr lang="en-US" sz="2400" dirty="0"/>
              <a:t>"The minimum wage should be raised to help workers"</a:t>
            </a:r>
          </a:p>
          <a:p>
            <a:pPr lvl="1"/>
            <a:r>
              <a:rPr lang="en-US" sz="2400" dirty="0"/>
              <a:t>"Everyone should go to college"</a:t>
            </a:r>
          </a:p>
          <a:p>
            <a:pPr marL="0" indent="0">
              <a:buNone/>
            </a:pPr>
            <a:endParaRPr lang="en-US" sz="2400" b="1" dirty="0"/>
          </a:p>
          <a:p>
            <a:pPr marL="0" indent="0">
              <a:buNone/>
            </a:pPr>
            <a:r>
              <a:rPr lang="en-US" sz="2400" b="1" dirty="0"/>
              <a:t>Economics focuses on positive analysis</a:t>
            </a:r>
            <a:r>
              <a:rPr lang="en-US" sz="2400" dirty="0"/>
              <a:t> but informs normative debates</a:t>
            </a:r>
            <a:br>
              <a:rPr lang="en-US" dirty="0"/>
            </a:br>
            <a:endParaRPr lang="en-US" dirty="0"/>
          </a:p>
        </p:txBody>
      </p:sp>
    </p:spTree>
    <p:extLst>
      <p:ext uri="{BB962C8B-B14F-4D97-AF65-F5344CB8AC3E}">
        <p14:creationId xmlns:p14="http://schemas.microsoft.com/office/powerpoint/2010/main" val="1941270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CA4B8-8B09-48DF-0D15-CD85DB224A5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6B55770-84D0-0DAC-6937-C9A00646EF56}"/>
              </a:ext>
            </a:extLst>
          </p:cNvPr>
          <p:cNvSpPr>
            <a:spLocks noGrp="1"/>
          </p:cNvSpPr>
          <p:nvPr>
            <p:ph type="title"/>
          </p:nvPr>
        </p:nvSpPr>
        <p:spPr>
          <a:xfrm>
            <a:off x="611248" y="379077"/>
            <a:ext cx="10515600" cy="603417"/>
          </a:xfrm>
        </p:spPr>
        <p:txBody>
          <a:bodyPr>
            <a:noAutofit/>
          </a:bodyPr>
          <a:lstStyle/>
          <a:p>
            <a:r>
              <a:rPr lang="en-US" dirty="0"/>
              <a:t>The Unified Framework</a:t>
            </a:r>
          </a:p>
        </p:txBody>
      </p:sp>
      <p:sp>
        <p:nvSpPr>
          <p:cNvPr id="8" name="Content Placeholder 7">
            <a:extLst>
              <a:ext uri="{FF2B5EF4-FFF2-40B4-BE49-F238E27FC236}">
                <a16:creationId xmlns:a16="http://schemas.microsoft.com/office/drawing/2014/main" id="{F4A9B425-0901-E1EA-3EB6-9790A435F52A}"/>
              </a:ext>
            </a:extLst>
          </p:cNvPr>
          <p:cNvSpPr>
            <a:spLocks noGrp="1"/>
          </p:cNvSpPr>
          <p:nvPr>
            <p:ph idx="1"/>
          </p:nvPr>
        </p:nvSpPr>
        <p:spPr>
          <a:xfrm>
            <a:off x="611248" y="1334123"/>
            <a:ext cx="11339142" cy="5321201"/>
          </a:xfrm>
        </p:spPr>
        <p:txBody>
          <a:bodyPr>
            <a:normAutofit/>
          </a:bodyPr>
          <a:lstStyle/>
          <a:p>
            <a:pPr marL="0" indent="0">
              <a:buNone/>
            </a:pPr>
            <a:r>
              <a:rPr lang="en-US" b="1" dirty="0"/>
              <a:t>ONE BASIC DIAGRAM, MANY APPLICATIONS</a:t>
            </a:r>
            <a:endParaRPr lang="en-US" dirty="0"/>
          </a:p>
          <a:p>
            <a:pPr marL="0" indent="0">
              <a:buNone/>
            </a:pPr>
            <a:endParaRPr lang="en-US" b="1" dirty="0"/>
          </a:p>
          <a:p>
            <a:pPr marL="0" indent="0">
              <a:buNone/>
            </a:pPr>
            <a:r>
              <a:rPr lang="en-US" b="1" dirty="0"/>
              <a:t>Three Universal Themes:</a:t>
            </a:r>
            <a:endParaRPr lang="en-US" dirty="0"/>
          </a:p>
          <a:p>
            <a:pPr lvl="1"/>
            <a:r>
              <a:rPr lang="en-US" b="1" dirty="0"/>
              <a:t>Scarcity</a:t>
            </a:r>
            <a:r>
              <a:rPr lang="en-US" dirty="0"/>
              <a:t> — can't have unlimited amounts of everything</a:t>
            </a:r>
          </a:p>
          <a:p>
            <a:pPr lvl="1"/>
            <a:r>
              <a:rPr lang="en-US" b="1" dirty="0"/>
              <a:t>Tradeoffs</a:t>
            </a:r>
            <a:r>
              <a:rPr lang="en-US" dirty="0"/>
              <a:t> — getting more of one thing means less of another</a:t>
            </a:r>
          </a:p>
          <a:p>
            <a:pPr lvl="1"/>
            <a:r>
              <a:rPr lang="en-US" b="1" dirty="0"/>
              <a:t>Efficiency</a:t>
            </a:r>
            <a:r>
              <a:rPr lang="en-US" dirty="0"/>
              <a:t> — maximizing benefits from scarce resources</a:t>
            </a:r>
          </a:p>
          <a:p>
            <a:pPr marL="0" indent="0">
              <a:buNone/>
            </a:pPr>
            <a:endParaRPr lang="en-US" b="1" dirty="0"/>
          </a:p>
          <a:p>
            <a:pPr marL="0" indent="0">
              <a:buNone/>
            </a:pPr>
            <a:r>
              <a:rPr lang="en-US" b="1" dirty="0"/>
              <a:t>Same logic applies to:</a:t>
            </a:r>
            <a:endParaRPr lang="en-US" dirty="0"/>
          </a:p>
          <a:p>
            <a:pPr lvl="1"/>
            <a:r>
              <a:rPr lang="en-US" dirty="0"/>
              <a:t>Individual budget constraints</a:t>
            </a:r>
          </a:p>
          <a:p>
            <a:pPr lvl="1"/>
            <a:r>
              <a:rPr lang="en-US" dirty="0"/>
              <a:t>Societal production possibilities</a:t>
            </a:r>
          </a:p>
          <a:p>
            <a:pPr lvl="1"/>
            <a:r>
              <a:rPr lang="en-US" dirty="0"/>
              <a:t>Environmental protection vs. economic output</a:t>
            </a:r>
          </a:p>
          <a:p>
            <a:pPr lvl="1"/>
            <a:r>
              <a:rPr lang="en-US" dirty="0"/>
              <a:t>Income equality vs. total output</a:t>
            </a:r>
          </a:p>
          <a:p>
            <a:pPr marL="0" indent="0">
              <a:buNone/>
            </a:pPr>
            <a:endParaRPr lang="en-US" dirty="0"/>
          </a:p>
        </p:txBody>
      </p:sp>
    </p:spTree>
    <p:extLst>
      <p:ext uri="{BB962C8B-B14F-4D97-AF65-F5344CB8AC3E}">
        <p14:creationId xmlns:p14="http://schemas.microsoft.com/office/powerpoint/2010/main" val="3242390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19F6-665E-87D8-1029-6E7FE49ED71E}"/>
              </a:ext>
            </a:extLst>
          </p:cNvPr>
          <p:cNvSpPr>
            <a:spLocks noGrp="1"/>
          </p:cNvSpPr>
          <p:nvPr>
            <p:ph type="title"/>
          </p:nvPr>
        </p:nvSpPr>
        <p:spPr>
          <a:xfrm>
            <a:off x="838200" y="253093"/>
            <a:ext cx="10515600" cy="879967"/>
          </a:xfrm>
        </p:spPr>
        <p:txBody>
          <a:bodyPr>
            <a:noAutofit/>
          </a:bodyPr>
          <a:lstStyle/>
          <a:p>
            <a:r>
              <a:rPr lang="en-US" dirty="0"/>
              <a:t>Key Takeaways</a:t>
            </a:r>
          </a:p>
        </p:txBody>
      </p:sp>
      <p:sp>
        <p:nvSpPr>
          <p:cNvPr id="3" name="Content Placeholder 2">
            <a:extLst>
              <a:ext uri="{FF2B5EF4-FFF2-40B4-BE49-F238E27FC236}">
                <a16:creationId xmlns:a16="http://schemas.microsoft.com/office/drawing/2014/main" id="{8AA65075-DD96-342C-2621-17FA83D4F571}"/>
              </a:ext>
            </a:extLst>
          </p:cNvPr>
          <p:cNvSpPr>
            <a:spLocks noGrp="1"/>
          </p:cNvSpPr>
          <p:nvPr>
            <p:ph idx="1"/>
          </p:nvPr>
        </p:nvSpPr>
        <p:spPr>
          <a:xfrm>
            <a:off x="838199" y="1530927"/>
            <a:ext cx="10670177" cy="4791496"/>
          </a:xfrm>
        </p:spPr>
        <p:txBody>
          <a:bodyPr>
            <a:normAutofit/>
          </a:bodyPr>
          <a:lstStyle/>
          <a:p>
            <a:pPr marL="0" indent="0">
              <a:buNone/>
            </a:pPr>
            <a:r>
              <a:rPr lang="en-US" sz="2400" b="1" dirty="0"/>
              <a:t>CHAPTER 2 CORE CONCEPTS</a:t>
            </a:r>
          </a:p>
          <a:p>
            <a:pPr marL="0" indent="0">
              <a:buNone/>
            </a:pPr>
            <a:endParaRPr lang="en-US" sz="2400" dirty="0"/>
          </a:p>
          <a:p>
            <a:pPr marL="0" indent="0">
              <a:buNone/>
            </a:pPr>
            <a:r>
              <a:rPr lang="en-US" sz="2400" dirty="0"/>
              <a:t>✓ </a:t>
            </a:r>
            <a:r>
              <a:rPr lang="en-US" sz="2400" b="1" dirty="0"/>
              <a:t>Scarcity</a:t>
            </a:r>
            <a:r>
              <a:rPr lang="en-US" sz="2400" dirty="0"/>
              <a:t> forces choices at all levels</a:t>
            </a:r>
            <a:br>
              <a:rPr lang="en-US" sz="2400" dirty="0"/>
            </a:br>
            <a:r>
              <a:rPr lang="en-US" sz="2400" dirty="0"/>
              <a:t>✓ </a:t>
            </a:r>
            <a:r>
              <a:rPr lang="en-US" sz="2400" b="1" dirty="0"/>
              <a:t>Opportunity cost</a:t>
            </a:r>
            <a:r>
              <a:rPr lang="en-US" sz="2400" dirty="0"/>
              <a:t> is the value of the best alternative given up</a:t>
            </a:r>
            <a:br>
              <a:rPr lang="en-US" sz="2400" dirty="0"/>
            </a:br>
            <a:r>
              <a:rPr lang="en-US" sz="2400" dirty="0"/>
              <a:t>✓ </a:t>
            </a:r>
            <a:r>
              <a:rPr lang="en-US" sz="2400" b="1" dirty="0"/>
              <a:t>Marginal analysis</a:t>
            </a:r>
            <a:r>
              <a:rPr lang="en-US" sz="2400" dirty="0"/>
              <a:t> examines incremental changes</a:t>
            </a:r>
            <a:br>
              <a:rPr lang="en-US" sz="2400" dirty="0"/>
            </a:br>
            <a:r>
              <a:rPr lang="en-US" sz="2400" dirty="0"/>
              <a:t>✓ </a:t>
            </a:r>
            <a:r>
              <a:rPr lang="en-US" sz="2400" b="1" dirty="0"/>
              <a:t>Law of diminishing marginal utility</a:t>
            </a:r>
            <a:r>
              <a:rPr lang="en-US" sz="2400" dirty="0"/>
              <a:t> explains why we seek variety</a:t>
            </a:r>
            <a:br>
              <a:rPr lang="en-US" sz="2400" dirty="0"/>
            </a:br>
            <a:r>
              <a:rPr lang="en-US" sz="2400" dirty="0"/>
              <a:t>✓ </a:t>
            </a:r>
            <a:r>
              <a:rPr lang="en-US" sz="2400" b="1" dirty="0"/>
              <a:t>Budget constraint</a:t>
            </a:r>
            <a:r>
              <a:rPr lang="en-US" sz="2400" dirty="0"/>
              <a:t> shows individual consumption limits</a:t>
            </a:r>
            <a:br>
              <a:rPr lang="en-US" sz="2400" dirty="0"/>
            </a:br>
            <a:r>
              <a:rPr lang="en-US" sz="2400" dirty="0"/>
              <a:t>✓ </a:t>
            </a:r>
            <a:r>
              <a:rPr lang="en-US" sz="2400" b="1" dirty="0"/>
              <a:t>PPF</a:t>
            </a:r>
            <a:r>
              <a:rPr lang="en-US" sz="2400" dirty="0"/>
              <a:t> shows society's production limits</a:t>
            </a:r>
            <a:br>
              <a:rPr lang="en-US" sz="2400" dirty="0"/>
            </a:br>
            <a:r>
              <a:rPr lang="en-US" sz="2400" dirty="0"/>
              <a:t>✓ </a:t>
            </a:r>
            <a:r>
              <a:rPr lang="en-US" sz="2400" b="1" dirty="0"/>
              <a:t>Efficiency</a:t>
            </a:r>
            <a:r>
              <a:rPr lang="en-US" sz="2400" dirty="0"/>
              <a:t> means no waste (productive) and producing what's wanted (allocative)</a:t>
            </a:r>
            <a:br>
              <a:rPr lang="en-US" sz="2400" dirty="0"/>
            </a:br>
            <a:r>
              <a:rPr lang="en-US" sz="2400" dirty="0"/>
              <a:t>✓ </a:t>
            </a:r>
            <a:r>
              <a:rPr lang="en-US" sz="2400" b="1" dirty="0"/>
              <a:t>Economic models</a:t>
            </a:r>
            <a:r>
              <a:rPr lang="en-US" sz="2400" dirty="0"/>
              <a:t> are useful even if people don't consciously calculate</a:t>
            </a:r>
          </a:p>
          <a:p>
            <a:pPr marL="0" indent="0">
              <a:buNone/>
            </a:pPr>
            <a:endParaRPr lang="en-US" dirty="0"/>
          </a:p>
        </p:txBody>
      </p:sp>
    </p:spTree>
    <p:extLst>
      <p:ext uri="{BB962C8B-B14F-4D97-AF65-F5344CB8AC3E}">
        <p14:creationId xmlns:p14="http://schemas.microsoft.com/office/powerpoint/2010/main" val="114145243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1211</TotalTime>
  <Words>3579</Words>
  <Application>Microsoft Office PowerPoint</Application>
  <PresentationFormat>Widescreen</PresentationFormat>
  <Paragraphs>191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Gill Sans MT</vt:lpstr>
      <vt:lpstr>Parcel</vt:lpstr>
      <vt:lpstr>Chapter 2</vt:lpstr>
      <vt:lpstr>The Central Problem of Economics</vt:lpstr>
      <vt:lpstr>The Budget Constraint</vt:lpstr>
      <vt:lpstr>Opportunity Cost</vt:lpstr>
      <vt:lpstr>Marginal Analysis</vt:lpstr>
      <vt:lpstr>Law of Diminishing Marginal Utility</vt:lpstr>
      <vt:lpstr>Sunk Costs</vt:lpstr>
      <vt:lpstr>The Production Possibilities Frontier (PPF)</vt:lpstr>
      <vt:lpstr>Law of Increasing Opportunity Cost</vt:lpstr>
      <vt:lpstr>Productive vs. Allocative Efficiency</vt:lpstr>
      <vt:lpstr>Comparative Advantage</vt:lpstr>
      <vt:lpstr>Objection 1 - People Don't Really Act This Way</vt:lpstr>
      <vt:lpstr>Objection 2 - People Shouldn't Act This Way</vt:lpstr>
      <vt:lpstr>Positive vs. Normative Statements</vt:lpstr>
      <vt:lpstr>The Unified Framework</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2026-03-25T14:56:35Z</dcterms:modified>
</cp:coreProperties>
</file>